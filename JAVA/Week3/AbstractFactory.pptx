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7"/>
  </p:notesMasterIdLst>
  <p:sldIdLst>
    <p:sldId id="256" r:id="rId2"/>
    <p:sldId id="258" r:id="rId3"/>
    <p:sldId id="259" r:id="rId4"/>
    <p:sldId id="262" r:id="rId5"/>
    <p:sldId id="300" r:id="rId6"/>
    <p:sldId id="301" r:id="rId7"/>
    <p:sldId id="260" r:id="rId8"/>
    <p:sldId id="302" r:id="rId9"/>
    <p:sldId id="303" r:id="rId10"/>
    <p:sldId id="304" r:id="rId11"/>
    <p:sldId id="305" r:id="rId12"/>
    <p:sldId id="306" r:id="rId13"/>
    <p:sldId id="266" r:id="rId14"/>
    <p:sldId id="307" r:id="rId15"/>
    <p:sldId id="308" r:id="rId16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18"/>
    </p:embeddedFont>
    <p:embeddedFont>
      <p:font typeface="Karla" pitchFamily="2" charset="0"/>
      <p:regular r:id="rId19"/>
      <p:bold r:id="rId20"/>
      <p:italic r:id="rId21"/>
      <p:boldItalic r:id="rId22"/>
    </p:embeddedFont>
    <p:embeddedFont>
      <p:font typeface="Rubik Black" panose="020B0604020202020204" charset="-79"/>
      <p:bold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E94221-93EC-4CA7-BB9A-60DA4D7CF40D}" v="129" dt="2025-10-16T06:31:55.337"/>
  </p1510:revLst>
</p1510:revInfo>
</file>

<file path=ppt/tableStyles.xml><?xml version="1.0" encoding="utf-8"?>
<a:tblStyleLst xmlns:a="http://schemas.openxmlformats.org/drawingml/2006/main" def="{E75D457D-D5A9-41C6-9D46-688AA5772B15}">
  <a:tblStyle styleId="{E75D457D-D5A9-41C6-9D46-688AA5772B1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71790A5-336B-47E7-BD77-77EA78EC95B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44" autoAdjust="0"/>
    <p:restoredTop sz="94660"/>
  </p:normalViewPr>
  <p:slideViewPr>
    <p:cSldViewPr snapToGrid="0">
      <p:cViewPr>
        <p:scale>
          <a:sx n="66" d="100"/>
          <a:sy n="66" d="100"/>
        </p:scale>
        <p:origin x="1877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l Denis Mihalache" userId="d659269f-90b9-416e-9e51-61ff90d7d1b2" providerId="ADAL" clId="{56A476A1-41CE-4544-949C-F3ADD9A046ED}"/>
    <pc:docChg chg="undo custSel addSld delSld modSld sldOrd delMainMaster">
      <pc:chgData name="Georgel Denis Mihalache" userId="d659269f-90b9-416e-9e51-61ff90d7d1b2" providerId="ADAL" clId="{56A476A1-41CE-4544-949C-F3ADD9A046ED}" dt="2025-10-16T06:34:11.143" v="334" actId="47"/>
      <pc:docMkLst>
        <pc:docMk/>
      </pc:docMkLst>
      <pc:sldChg chg="modSp mod">
        <pc:chgData name="Georgel Denis Mihalache" userId="d659269f-90b9-416e-9e51-61ff90d7d1b2" providerId="ADAL" clId="{56A476A1-41CE-4544-949C-F3ADD9A046ED}" dt="2025-10-16T06:10:17.834" v="67" actId="14100"/>
        <pc:sldMkLst>
          <pc:docMk/>
          <pc:sldMk cId="0" sldId="258"/>
        </pc:sldMkLst>
        <pc:spChg chg="mod">
          <ac:chgData name="Georgel Denis Mihalache" userId="d659269f-90b9-416e-9e51-61ff90d7d1b2" providerId="ADAL" clId="{56A476A1-41CE-4544-949C-F3ADD9A046ED}" dt="2025-10-16T06:10:17.834" v="67" actId="14100"/>
          <ac:spMkLst>
            <pc:docMk/>
            <pc:sldMk cId="0" sldId="258"/>
            <ac:spMk id="505" creationId="{00000000-0000-0000-0000-000000000000}"/>
          </ac:spMkLst>
        </pc:spChg>
      </pc:sldChg>
      <pc:sldChg chg="del">
        <pc:chgData name="Georgel Denis Mihalache" userId="d659269f-90b9-416e-9e51-61ff90d7d1b2" providerId="ADAL" clId="{56A476A1-41CE-4544-949C-F3ADD9A046ED}" dt="2025-10-16T06:32:18.620" v="254" actId="47"/>
        <pc:sldMkLst>
          <pc:docMk/>
          <pc:sldMk cId="0" sldId="261"/>
        </pc:sldMkLst>
      </pc:sldChg>
      <pc:sldChg chg="del">
        <pc:chgData name="Georgel Denis Mihalache" userId="d659269f-90b9-416e-9e51-61ff90d7d1b2" providerId="ADAL" clId="{56A476A1-41CE-4544-949C-F3ADD9A046ED}" dt="2025-10-16T06:32:20.626" v="255" actId="47"/>
        <pc:sldMkLst>
          <pc:docMk/>
          <pc:sldMk cId="0" sldId="263"/>
        </pc:sldMkLst>
      </pc:sldChg>
      <pc:sldChg chg="del">
        <pc:chgData name="Georgel Denis Mihalache" userId="d659269f-90b9-416e-9e51-61ff90d7d1b2" providerId="ADAL" clId="{56A476A1-41CE-4544-949C-F3ADD9A046ED}" dt="2025-10-16T06:32:21.715" v="256" actId="47"/>
        <pc:sldMkLst>
          <pc:docMk/>
          <pc:sldMk cId="0" sldId="264"/>
        </pc:sldMkLst>
      </pc:sldChg>
      <pc:sldChg chg="del">
        <pc:chgData name="Georgel Denis Mihalache" userId="d659269f-90b9-416e-9e51-61ff90d7d1b2" providerId="ADAL" clId="{56A476A1-41CE-4544-949C-F3ADD9A046ED}" dt="2025-10-16T06:32:22.667" v="257" actId="47"/>
        <pc:sldMkLst>
          <pc:docMk/>
          <pc:sldMk cId="0" sldId="265"/>
        </pc:sldMkLst>
      </pc:sldChg>
      <pc:sldChg chg="addSp delSp modSp mod ord">
        <pc:chgData name="Georgel Denis Mihalache" userId="d659269f-90b9-416e-9e51-61ff90d7d1b2" providerId="ADAL" clId="{56A476A1-41CE-4544-949C-F3ADD9A046ED}" dt="2025-10-16T06:26:42.493" v="218"/>
        <pc:sldMkLst>
          <pc:docMk/>
          <pc:sldMk cId="0" sldId="266"/>
        </pc:sldMkLst>
        <pc:spChg chg="add del mod">
          <ac:chgData name="Georgel Denis Mihalache" userId="d659269f-90b9-416e-9e51-61ff90d7d1b2" providerId="ADAL" clId="{56A476A1-41CE-4544-949C-F3ADD9A046ED}" dt="2025-10-16T06:17:20.398" v="124" actId="478"/>
          <ac:spMkLst>
            <pc:docMk/>
            <pc:sldMk cId="0" sldId="266"/>
            <ac:spMk id="3" creationId="{2343C358-F9B8-EC87-2E36-54091EAF90AA}"/>
          </ac:spMkLst>
        </pc:spChg>
        <pc:spChg chg="mod">
          <ac:chgData name="Georgel Denis Mihalache" userId="d659269f-90b9-416e-9e51-61ff90d7d1b2" providerId="ADAL" clId="{56A476A1-41CE-4544-949C-F3ADD9A046ED}" dt="2025-10-16T06:22:37.557" v="178" actId="207"/>
          <ac:spMkLst>
            <pc:docMk/>
            <pc:sldMk cId="0" sldId="266"/>
            <ac:spMk id="812" creationId="{00000000-0000-0000-0000-000000000000}"/>
          </ac:spMkLst>
        </pc:spChg>
        <pc:spChg chg="mod">
          <ac:chgData name="Georgel Denis Mihalache" userId="d659269f-90b9-416e-9e51-61ff90d7d1b2" providerId="ADAL" clId="{56A476A1-41CE-4544-949C-F3ADD9A046ED}" dt="2025-10-16T06:18:19.981" v="141" actId="1076"/>
          <ac:spMkLst>
            <pc:docMk/>
            <pc:sldMk cId="0" sldId="266"/>
            <ac:spMk id="813" creationId="{00000000-0000-0000-0000-000000000000}"/>
          </ac:spMkLst>
        </pc:spChg>
        <pc:spChg chg="mod">
          <ac:chgData name="Georgel Denis Mihalache" userId="d659269f-90b9-416e-9e51-61ff90d7d1b2" providerId="ADAL" clId="{56A476A1-41CE-4544-949C-F3ADD9A046ED}" dt="2025-10-16T06:23:01.121" v="182" actId="255"/>
          <ac:spMkLst>
            <pc:docMk/>
            <pc:sldMk cId="0" sldId="266"/>
            <ac:spMk id="814" creationId="{00000000-0000-0000-0000-000000000000}"/>
          </ac:spMkLst>
        </pc:spChg>
        <pc:spChg chg="mod">
          <ac:chgData name="Georgel Denis Mihalache" userId="d659269f-90b9-416e-9e51-61ff90d7d1b2" providerId="ADAL" clId="{56A476A1-41CE-4544-949C-F3ADD9A046ED}" dt="2025-10-16T06:20:33.109" v="153" actId="255"/>
          <ac:spMkLst>
            <pc:docMk/>
            <pc:sldMk cId="0" sldId="266"/>
            <ac:spMk id="815" creationId="{00000000-0000-0000-0000-000000000000}"/>
          </ac:spMkLst>
        </pc:spChg>
        <pc:spChg chg="mod">
          <ac:chgData name="Georgel Denis Mihalache" userId="d659269f-90b9-416e-9e51-61ff90d7d1b2" providerId="ADAL" clId="{56A476A1-41CE-4544-949C-F3ADD9A046ED}" dt="2025-10-16T06:21:35.632" v="161" actId="1076"/>
          <ac:spMkLst>
            <pc:docMk/>
            <pc:sldMk cId="0" sldId="266"/>
            <ac:spMk id="816" creationId="{00000000-0000-0000-0000-000000000000}"/>
          </ac:spMkLst>
        </pc:spChg>
        <pc:spChg chg="mod">
          <ac:chgData name="Georgel Denis Mihalache" userId="d659269f-90b9-416e-9e51-61ff90d7d1b2" providerId="ADAL" clId="{56A476A1-41CE-4544-949C-F3ADD9A046ED}" dt="2025-10-16T06:22:52.042" v="180" actId="255"/>
          <ac:spMkLst>
            <pc:docMk/>
            <pc:sldMk cId="0" sldId="266"/>
            <ac:spMk id="817" creationId="{00000000-0000-0000-0000-000000000000}"/>
          </ac:spMkLst>
        </pc:spChg>
        <pc:spChg chg="del mod">
          <ac:chgData name="Georgel Denis Mihalache" userId="d659269f-90b9-416e-9e51-61ff90d7d1b2" providerId="ADAL" clId="{56A476A1-41CE-4544-949C-F3ADD9A046ED}" dt="2025-10-16T06:17:18.469" v="123" actId="478"/>
          <ac:spMkLst>
            <pc:docMk/>
            <pc:sldMk cId="0" sldId="266"/>
            <ac:spMk id="818" creationId="{00000000-0000-0000-0000-000000000000}"/>
          </ac:spMkLst>
        </pc:spChg>
        <pc:spChg chg="mod">
          <ac:chgData name="Georgel Denis Mihalache" userId="d659269f-90b9-416e-9e51-61ff90d7d1b2" providerId="ADAL" clId="{56A476A1-41CE-4544-949C-F3ADD9A046ED}" dt="2025-10-16T06:20:20.562" v="152" actId="1076"/>
          <ac:spMkLst>
            <pc:docMk/>
            <pc:sldMk cId="0" sldId="266"/>
            <ac:spMk id="819" creationId="{00000000-0000-0000-0000-000000000000}"/>
          </ac:spMkLst>
        </pc:spChg>
        <pc:spChg chg="mod">
          <ac:chgData name="Georgel Denis Mihalache" userId="d659269f-90b9-416e-9e51-61ff90d7d1b2" providerId="ADAL" clId="{56A476A1-41CE-4544-949C-F3ADD9A046ED}" dt="2025-10-16T06:19:01.277" v="144" actId="1076"/>
          <ac:spMkLst>
            <pc:docMk/>
            <pc:sldMk cId="0" sldId="266"/>
            <ac:spMk id="820" creationId="{00000000-0000-0000-0000-000000000000}"/>
          </ac:spMkLst>
        </pc:spChg>
        <pc:spChg chg="mod">
          <ac:chgData name="Georgel Denis Mihalache" userId="d659269f-90b9-416e-9e51-61ff90d7d1b2" providerId="ADAL" clId="{56A476A1-41CE-4544-949C-F3ADD9A046ED}" dt="2025-10-16T06:23:18.727" v="208" actId="20577"/>
          <ac:spMkLst>
            <pc:docMk/>
            <pc:sldMk cId="0" sldId="266"/>
            <ac:spMk id="821" creationId="{00000000-0000-0000-0000-000000000000}"/>
          </ac:spMkLst>
        </pc:spChg>
        <pc:spChg chg="mod">
          <ac:chgData name="Georgel Denis Mihalache" userId="d659269f-90b9-416e-9e51-61ff90d7d1b2" providerId="ADAL" clId="{56A476A1-41CE-4544-949C-F3ADD9A046ED}" dt="2025-10-16T06:22:19.536" v="166" actId="1076"/>
          <ac:spMkLst>
            <pc:docMk/>
            <pc:sldMk cId="0" sldId="266"/>
            <ac:spMk id="822" creationId="{00000000-0000-0000-0000-000000000000}"/>
          </ac:spMkLst>
        </pc:spChg>
        <pc:spChg chg="mod">
          <ac:chgData name="Georgel Denis Mihalache" userId="d659269f-90b9-416e-9e51-61ff90d7d1b2" providerId="ADAL" clId="{56A476A1-41CE-4544-949C-F3ADD9A046ED}" dt="2025-10-16T06:24:07.878" v="214" actId="1076"/>
          <ac:spMkLst>
            <pc:docMk/>
            <pc:sldMk cId="0" sldId="266"/>
            <ac:spMk id="823" creationId="{00000000-0000-0000-0000-000000000000}"/>
          </ac:spMkLst>
        </pc:spChg>
        <pc:spChg chg="mod">
          <ac:chgData name="Georgel Denis Mihalache" userId="d659269f-90b9-416e-9e51-61ff90d7d1b2" providerId="ADAL" clId="{56A476A1-41CE-4544-949C-F3ADD9A046ED}" dt="2025-10-16T06:24:33.003" v="216"/>
          <ac:spMkLst>
            <pc:docMk/>
            <pc:sldMk cId="0" sldId="266"/>
            <ac:spMk id="824" creationId="{00000000-0000-0000-0000-000000000000}"/>
          </ac:spMkLst>
        </pc:spChg>
        <pc:spChg chg="del">
          <ac:chgData name="Georgel Denis Mihalache" userId="d659269f-90b9-416e-9e51-61ff90d7d1b2" providerId="ADAL" clId="{56A476A1-41CE-4544-949C-F3ADD9A046ED}" dt="2025-10-16T06:17:26.098" v="126" actId="478"/>
          <ac:spMkLst>
            <pc:docMk/>
            <pc:sldMk cId="0" sldId="266"/>
            <ac:spMk id="825" creationId="{00000000-0000-0000-0000-000000000000}"/>
          </ac:spMkLst>
        </pc:spChg>
        <pc:spChg chg="del">
          <ac:chgData name="Georgel Denis Mihalache" userId="d659269f-90b9-416e-9e51-61ff90d7d1b2" providerId="ADAL" clId="{56A476A1-41CE-4544-949C-F3ADD9A046ED}" dt="2025-10-16T06:17:28.480" v="127" actId="478"/>
          <ac:spMkLst>
            <pc:docMk/>
            <pc:sldMk cId="0" sldId="266"/>
            <ac:spMk id="826" creationId="{00000000-0000-0000-0000-000000000000}"/>
          </ac:spMkLst>
        </pc:spChg>
        <pc:spChg chg="del">
          <ac:chgData name="Georgel Denis Mihalache" userId="d659269f-90b9-416e-9e51-61ff90d7d1b2" providerId="ADAL" clId="{56A476A1-41CE-4544-949C-F3ADD9A046ED}" dt="2025-10-16T06:17:23.006" v="125" actId="478"/>
          <ac:spMkLst>
            <pc:docMk/>
            <pc:sldMk cId="0" sldId="266"/>
            <ac:spMk id="827" creationId="{00000000-0000-0000-0000-000000000000}"/>
          </ac:spMkLst>
        </pc:spChg>
        <pc:grpChg chg="mod">
          <ac:chgData name="Georgel Denis Mihalache" userId="d659269f-90b9-416e-9e51-61ff90d7d1b2" providerId="ADAL" clId="{56A476A1-41CE-4544-949C-F3ADD9A046ED}" dt="2025-10-16T06:21:19.501" v="159" actId="1076"/>
          <ac:grpSpMkLst>
            <pc:docMk/>
            <pc:sldMk cId="0" sldId="266"/>
            <ac:grpSpMk id="797" creationId="{00000000-0000-0000-0000-000000000000}"/>
          </ac:grpSpMkLst>
        </pc:grpChg>
        <pc:grpChg chg="mod">
          <ac:chgData name="Georgel Denis Mihalache" userId="d659269f-90b9-416e-9e51-61ff90d7d1b2" providerId="ADAL" clId="{56A476A1-41CE-4544-949C-F3ADD9A046ED}" dt="2025-10-16T06:19:19.422" v="145" actId="1076"/>
          <ac:grpSpMkLst>
            <pc:docMk/>
            <pc:sldMk cId="0" sldId="266"/>
            <ac:grpSpMk id="802" creationId="{00000000-0000-0000-0000-000000000000}"/>
          </ac:grpSpMkLst>
        </pc:grpChg>
        <pc:grpChg chg="mod">
          <ac:chgData name="Georgel Denis Mihalache" userId="d659269f-90b9-416e-9e51-61ff90d7d1b2" providerId="ADAL" clId="{56A476A1-41CE-4544-949C-F3ADD9A046ED}" dt="2025-10-16T06:18:12.218" v="140" actId="1076"/>
          <ac:grpSpMkLst>
            <pc:docMk/>
            <pc:sldMk cId="0" sldId="266"/>
            <ac:grpSpMk id="807" creationId="{00000000-0000-0000-0000-000000000000}"/>
          </ac:grpSpMkLst>
        </pc:grpChg>
        <pc:graphicFrameChg chg="add mod">
          <ac:chgData name="Georgel Denis Mihalache" userId="d659269f-90b9-416e-9e51-61ff90d7d1b2" providerId="ADAL" clId="{56A476A1-41CE-4544-949C-F3ADD9A046ED}" dt="2025-10-16T06:23:53.428" v="209"/>
          <ac:graphicFrameMkLst>
            <pc:docMk/>
            <pc:sldMk cId="0" sldId="266"/>
            <ac:graphicFrameMk id="4" creationId="{451DD6F3-0F24-0D66-C29A-FCCD096EACE7}"/>
          </ac:graphicFrameMkLst>
        </pc:graphicFrameChg>
        <pc:graphicFrameChg chg="add mod">
          <ac:chgData name="Georgel Denis Mihalache" userId="d659269f-90b9-416e-9e51-61ff90d7d1b2" providerId="ADAL" clId="{56A476A1-41CE-4544-949C-F3ADD9A046ED}" dt="2025-10-16T06:23:56.960" v="211"/>
          <ac:graphicFrameMkLst>
            <pc:docMk/>
            <pc:sldMk cId="0" sldId="266"/>
            <ac:graphicFrameMk id="5" creationId="{FB93BA1C-196A-C823-35ED-41D73195041C}"/>
          </ac:graphicFrameMkLst>
        </pc:graphicFrameChg>
      </pc:sldChg>
      <pc:sldChg chg="del">
        <pc:chgData name="Georgel Denis Mihalache" userId="d659269f-90b9-416e-9e51-61ff90d7d1b2" providerId="ADAL" clId="{56A476A1-41CE-4544-949C-F3ADD9A046ED}" dt="2025-10-16T06:32:23.521" v="258" actId="47"/>
        <pc:sldMkLst>
          <pc:docMk/>
          <pc:sldMk cId="0" sldId="267"/>
        </pc:sldMkLst>
      </pc:sldChg>
      <pc:sldChg chg="del">
        <pc:chgData name="Georgel Denis Mihalache" userId="d659269f-90b9-416e-9e51-61ff90d7d1b2" providerId="ADAL" clId="{56A476A1-41CE-4544-949C-F3ADD9A046ED}" dt="2025-10-16T06:32:25.186" v="259" actId="47"/>
        <pc:sldMkLst>
          <pc:docMk/>
          <pc:sldMk cId="0" sldId="268"/>
        </pc:sldMkLst>
      </pc:sldChg>
      <pc:sldChg chg="del">
        <pc:chgData name="Georgel Denis Mihalache" userId="d659269f-90b9-416e-9e51-61ff90d7d1b2" providerId="ADAL" clId="{56A476A1-41CE-4544-949C-F3ADD9A046ED}" dt="2025-10-16T06:32:26.871" v="260" actId="47"/>
        <pc:sldMkLst>
          <pc:docMk/>
          <pc:sldMk cId="0" sldId="269"/>
        </pc:sldMkLst>
      </pc:sldChg>
      <pc:sldChg chg="add del">
        <pc:chgData name="Georgel Denis Mihalache" userId="d659269f-90b9-416e-9e51-61ff90d7d1b2" providerId="ADAL" clId="{56A476A1-41CE-4544-949C-F3ADD9A046ED}" dt="2025-10-16T06:33:42.749" v="305" actId="47"/>
        <pc:sldMkLst>
          <pc:docMk/>
          <pc:sldMk cId="0" sldId="270"/>
        </pc:sldMkLst>
      </pc:sldChg>
      <pc:sldChg chg="add del">
        <pc:chgData name="Georgel Denis Mihalache" userId="d659269f-90b9-416e-9e51-61ff90d7d1b2" providerId="ADAL" clId="{56A476A1-41CE-4544-949C-F3ADD9A046ED}" dt="2025-10-16T06:33:43.806" v="306" actId="47"/>
        <pc:sldMkLst>
          <pc:docMk/>
          <pc:sldMk cId="0" sldId="271"/>
        </pc:sldMkLst>
      </pc:sldChg>
      <pc:sldChg chg="add del">
        <pc:chgData name="Georgel Denis Mihalache" userId="d659269f-90b9-416e-9e51-61ff90d7d1b2" providerId="ADAL" clId="{56A476A1-41CE-4544-949C-F3ADD9A046ED}" dt="2025-10-16T06:33:44.987" v="307" actId="47"/>
        <pc:sldMkLst>
          <pc:docMk/>
          <pc:sldMk cId="0" sldId="272"/>
        </pc:sldMkLst>
      </pc:sldChg>
      <pc:sldChg chg="add del">
        <pc:chgData name="Georgel Denis Mihalache" userId="d659269f-90b9-416e-9e51-61ff90d7d1b2" providerId="ADAL" clId="{56A476A1-41CE-4544-949C-F3ADD9A046ED}" dt="2025-10-16T06:33:46.544" v="308" actId="47"/>
        <pc:sldMkLst>
          <pc:docMk/>
          <pc:sldMk cId="0" sldId="273"/>
        </pc:sldMkLst>
      </pc:sldChg>
      <pc:sldChg chg="add del">
        <pc:chgData name="Georgel Denis Mihalache" userId="d659269f-90b9-416e-9e51-61ff90d7d1b2" providerId="ADAL" clId="{56A476A1-41CE-4544-949C-F3ADD9A046ED}" dt="2025-10-16T06:33:47.657" v="309" actId="47"/>
        <pc:sldMkLst>
          <pc:docMk/>
          <pc:sldMk cId="0" sldId="274"/>
        </pc:sldMkLst>
      </pc:sldChg>
      <pc:sldChg chg="add del">
        <pc:chgData name="Georgel Denis Mihalache" userId="d659269f-90b9-416e-9e51-61ff90d7d1b2" providerId="ADAL" clId="{56A476A1-41CE-4544-949C-F3ADD9A046ED}" dt="2025-10-16T06:33:48.894" v="310" actId="47"/>
        <pc:sldMkLst>
          <pc:docMk/>
          <pc:sldMk cId="0" sldId="275"/>
        </pc:sldMkLst>
      </pc:sldChg>
      <pc:sldChg chg="add del">
        <pc:chgData name="Georgel Denis Mihalache" userId="d659269f-90b9-416e-9e51-61ff90d7d1b2" providerId="ADAL" clId="{56A476A1-41CE-4544-949C-F3ADD9A046ED}" dt="2025-10-16T06:33:50.181" v="311" actId="47"/>
        <pc:sldMkLst>
          <pc:docMk/>
          <pc:sldMk cId="0" sldId="276"/>
        </pc:sldMkLst>
      </pc:sldChg>
      <pc:sldChg chg="add del">
        <pc:chgData name="Georgel Denis Mihalache" userId="d659269f-90b9-416e-9e51-61ff90d7d1b2" providerId="ADAL" clId="{56A476A1-41CE-4544-949C-F3ADD9A046ED}" dt="2025-10-16T06:33:51.304" v="312" actId="47"/>
        <pc:sldMkLst>
          <pc:docMk/>
          <pc:sldMk cId="0" sldId="277"/>
        </pc:sldMkLst>
      </pc:sldChg>
      <pc:sldChg chg="add del">
        <pc:chgData name="Georgel Denis Mihalache" userId="d659269f-90b9-416e-9e51-61ff90d7d1b2" providerId="ADAL" clId="{56A476A1-41CE-4544-949C-F3ADD9A046ED}" dt="2025-10-16T06:33:52.581" v="313" actId="47"/>
        <pc:sldMkLst>
          <pc:docMk/>
          <pc:sldMk cId="0" sldId="278"/>
        </pc:sldMkLst>
      </pc:sldChg>
      <pc:sldChg chg="add del">
        <pc:chgData name="Georgel Denis Mihalache" userId="d659269f-90b9-416e-9e51-61ff90d7d1b2" providerId="ADAL" clId="{56A476A1-41CE-4544-949C-F3ADD9A046ED}" dt="2025-10-16T06:33:53.748" v="314" actId="47"/>
        <pc:sldMkLst>
          <pc:docMk/>
          <pc:sldMk cId="0" sldId="279"/>
        </pc:sldMkLst>
      </pc:sldChg>
      <pc:sldChg chg="add del">
        <pc:chgData name="Georgel Denis Mihalache" userId="d659269f-90b9-416e-9e51-61ff90d7d1b2" providerId="ADAL" clId="{56A476A1-41CE-4544-949C-F3ADD9A046ED}" dt="2025-10-16T06:33:54.615" v="315" actId="47"/>
        <pc:sldMkLst>
          <pc:docMk/>
          <pc:sldMk cId="0" sldId="280"/>
        </pc:sldMkLst>
      </pc:sldChg>
      <pc:sldChg chg="add del">
        <pc:chgData name="Georgel Denis Mihalache" userId="d659269f-90b9-416e-9e51-61ff90d7d1b2" providerId="ADAL" clId="{56A476A1-41CE-4544-949C-F3ADD9A046ED}" dt="2025-10-16T06:33:56.325" v="316" actId="47"/>
        <pc:sldMkLst>
          <pc:docMk/>
          <pc:sldMk cId="0" sldId="281"/>
        </pc:sldMkLst>
      </pc:sldChg>
      <pc:sldChg chg="add del">
        <pc:chgData name="Georgel Denis Mihalache" userId="d659269f-90b9-416e-9e51-61ff90d7d1b2" providerId="ADAL" clId="{56A476A1-41CE-4544-949C-F3ADD9A046ED}" dt="2025-10-16T06:33:57.396" v="317" actId="47"/>
        <pc:sldMkLst>
          <pc:docMk/>
          <pc:sldMk cId="0" sldId="282"/>
        </pc:sldMkLst>
      </pc:sldChg>
      <pc:sldChg chg="add del">
        <pc:chgData name="Georgel Denis Mihalache" userId="d659269f-90b9-416e-9e51-61ff90d7d1b2" providerId="ADAL" clId="{56A476A1-41CE-4544-949C-F3ADD9A046ED}" dt="2025-10-16T06:33:58.587" v="318" actId="47"/>
        <pc:sldMkLst>
          <pc:docMk/>
          <pc:sldMk cId="0" sldId="283"/>
        </pc:sldMkLst>
      </pc:sldChg>
      <pc:sldChg chg="add del">
        <pc:chgData name="Georgel Denis Mihalache" userId="d659269f-90b9-416e-9e51-61ff90d7d1b2" providerId="ADAL" clId="{56A476A1-41CE-4544-949C-F3ADD9A046ED}" dt="2025-10-16T06:33:59.700" v="319" actId="47"/>
        <pc:sldMkLst>
          <pc:docMk/>
          <pc:sldMk cId="0" sldId="284"/>
        </pc:sldMkLst>
      </pc:sldChg>
      <pc:sldChg chg="add del">
        <pc:chgData name="Georgel Denis Mihalache" userId="d659269f-90b9-416e-9e51-61ff90d7d1b2" providerId="ADAL" clId="{56A476A1-41CE-4544-949C-F3ADD9A046ED}" dt="2025-10-16T06:34:01.016" v="320" actId="47"/>
        <pc:sldMkLst>
          <pc:docMk/>
          <pc:sldMk cId="0" sldId="285"/>
        </pc:sldMkLst>
      </pc:sldChg>
      <pc:sldChg chg="add del">
        <pc:chgData name="Georgel Denis Mihalache" userId="d659269f-90b9-416e-9e51-61ff90d7d1b2" providerId="ADAL" clId="{56A476A1-41CE-4544-949C-F3ADD9A046ED}" dt="2025-10-16T06:34:02.006" v="321" actId="47"/>
        <pc:sldMkLst>
          <pc:docMk/>
          <pc:sldMk cId="0" sldId="286"/>
        </pc:sldMkLst>
      </pc:sldChg>
      <pc:sldChg chg="add del">
        <pc:chgData name="Georgel Denis Mihalache" userId="d659269f-90b9-416e-9e51-61ff90d7d1b2" providerId="ADAL" clId="{56A476A1-41CE-4544-949C-F3ADD9A046ED}" dt="2025-10-16T06:34:03.133" v="322" actId="47"/>
        <pc:sldMkLst>
          <pc:docMk/>
          <pc:sldMk cId="0" sldId="287"/>
        </pc:sldMkLst>
      </pc:sldChg>
      <pc:sldChg chg="add del">
        <pc:chgData name="Georgel Denis Mihalache" userId="d659269f-90b9-416e-9e51-61ff90d7d1b2" providerId="ADAL" clId="{56A476A1-41CE-4544-949C-F3ADD9A046ED}" dt="2025-10-16T06:34:03.786" v="323" actId="47"/>
        <pc:sldMkLst>
          <pc:docMk/>
          <pc:sldMk cId="0" sldId="288"/>
        </pc:sldMkLst>
      </pc:sldChg>
      <pc:sldChg chg="del">
        <pc:chgData name="Georgel Denis Mihalache" userId="d659269f-90b9-416e-9e51-61ff90d7d1b2" providerId="ADAL" clId="{56A476A1-41CE-4544-949C-F3ADD9A046ED}" dt="2025-10-16T06:34:04.367" v="324" actId="47"/>
        <pc:sldMkLst>
          <pc:docMk/>
          <pc:sldMk cId="0" sldId="289"/>
        </pc:sldMkLst>
      </pc:sldChg>
      <pc:sldChg chg="del">
        <pc:chgData name="Georgel Denis Mihalache" userId="d659269f-90b9-416e-9e51-61ff90d7d1b2" providerId="ADAL" clId="{56A476A1-41CE-4544-949C-F3ADD9A046ED}" dt="2025-10-16T06:34:05.016" v="325" actId="47"/>
        <pc:sldMkLst>
          <pc:docMk/>
          <pc:sldMk cId="0" sldId="290"/>
        </pc:sldMkLst>
      </pc:sldChg>
      <pc:sldChg chg="del">
        <pc:chgData name="Georgel Denis Mihalache" userId="d659269f-90b9-416e-9e51-61ff90d7d1b2" providerId="ADAL" clId="{56A476A1-41CE-4544-949C-F3ADD9A046ED}" dt="2025-10-16T06:34:05.689" v="326" actId="47"/>
        <pc:sldMkLst>
          <pc:docMk/>
          <pc:sldMk cId="0" sldId="291"/>
        </pc:sldMkLst>
      </pc:sldChg>
      <pc:sldChg chg="del">
        <pc:chgData name="Georgel Denis Mihalache" userId="d659269f-90b9-416e-9e51-61ff90d7d1b2" providerId="ADAL" clId="{56A476A1-41CE-4544-949C-F3ADD9A046ED}" dt="2025-10-16T06:34:06.315" v="327" actId="47"/>
        <pc:sldMkLst>
          <pc:docMk/>
          <pc:sldMk cId="0" sldId="292"/>
        </pc:sldMkLst>
      </pc:sldChg>
      <pc:sldChg chg="del">
        <pc:chgData name="Georgel Denis Mihalache" userId="d659269f-90b9-416e-9e51-61ff90d7d1b2" providerId="ADAL" clId="{56A476A1-41CE-4544-949C-F3ADD9A046ED}" dt="2025-10-16T06:34:06.920" v="328" actId="47"/>
        <pc:sldMkLst>
          <pc:docMk/>
          <pc:sldMk cId="0" sldId="293"/>
        </pc:sldMkLst>
      </pc:sldChg>
      <pc:sldChg chg="del">
        <pc:chgData name="Georgel Denis Mihalache" userId="d659269f-90b9-416e-9e51-61ff90d7d1b2" providerId="ADAL" clId="{56A476A1-41CE-4544-949C-F3ADD9A046ED}" dt="2025-10-16T06:34:07.584" v="329" actId="47"/>
        <pc:sldMkLst>
          <pc:docMk/>
          <pc:sldMk cId="0" sldId="294"/>
        </pc:sldMkLst>
      </pc:sldChg>
      <pc:sldChg chg="del">
        <pc:chgData name="Georgel Denis Mihalache" userId="d659269f-90b9-416e-9e51-61ff90d7d1b2" providerId="ADAL" clId="{56A476A1-41CE-4544-949C-F3ADD9A046ED}" dt="2025-10-16T06:34:08.374" v="330" actId="47"/>
        <pc:sldMkLst>
          <pc:docMk/>
          <pc:sldMk cId="0" sldId="295"/>
        </pc:sldMkLst>
      </pc:sldChg>
      <pc:sldChg chg="del">
        <pc:chgData name="Georgel Denis Mihalache" userId="d659269f-90b9-416e-9e51-61ff90d7d1b2" providerId="ADAL" clId="{56A476A1-41CE-4544-949C-F3ADD9A046ED}" dt="2025-10-16T06:34:08.978" v="331" actId="47"/>
        <pc:sldMkLst>
          <pc:docMk/>
          <pc:sldMk cId="0" sldId="296"/>
        </pc:sldMkLst>
      </pc:sldChg>
      <pc:sldChg chg="del">
        <pc:chgData name="Georgel Denis Mihalache" userId="d659269f-90b9-416e-9e51-61ff90d7d1b2" providerId="ADAL" clId="{56A476A1-41CE-4544-949C-F3ADD9A046ED}" dt="2025-10-16T06:34:09.570" v="332" actId="47"/>
        <pc:sldMkLst>
          <pc:docMk/>
          <pc:sldMk cId="0" sldId="297"/>
        </pc:sldMkLst>
      </pc:sldChg>
      <pc:sldChg chg="del">
        <pc:chgData name="Georgel Denis Mihalache" userId="d659269f-90b9-416e-9e51-61ff90d7d1b2" providerId="ADAL" clId="{56A476A1-41CE-4544-949C-F3ADD9A046ED}" dt="2025-10-16T06:34:10.212" v="333" actId="47"/>
        <pc:sldMkLst>
          <pc:docMk/>
          <pc:sldMk cId="0" sldId="298"/>
        </pc:sldMkLst>
      </pc:sldChg>
      <pc:sldChg chg="del">
        <pc:chgData name="Georgel Denis Mihalache" userId="d659269f-90b9-416e-9e51-61ff90d7d1b2" providerId="ADAL" clId="{56A476A1-41CE-4544-949C-F3ADD9A046ED}" dt="2025-10-16T06:34:11.143" v="334" actId="47"/>
        <pc:sldMkLst>
          <pc:docMk/>
          <pc:sldMk cId="0" sldId="299"/>
        </pc:sldMkLst>
      </pc:sldChg>
      <pc:sldChg chg="addSp delSp modSp add mod">
        <pc:chgData name="Georgel Denis Mihalache" userId="d659269f-90b9-416e-9e51-61ff90d7d1b2" providerId="ADAL" clId="{56A476A1-41CE-4544-949C-F3ADD9A046ED}" dt="2025-10-16T06:05:30.533" v="28" actId="1076"/>
        <pc:sldMkLst>
          <pc:docMk/>
          <pc:sldMk cId="2089500687" sldId="305"/>
        </pc:sldMkLst>
        <pc:spChg chg="add del mod">
          <ac:chgData name="Georgel Denis Mihalache" userId="d659269f-90b9-416e-9e51-61ff90d7d1b2" providerId="ADAL" clId="{56A476A1-41CE-4544-949C-F3ADD9A046ED}" dt="2025-10-16T06:03:36.860" v="2" actId="22"/>
          <ac:spMkLst>
            <pc:docMk/>
            <pc:sldMk cId="2089500687" sldId="305"/>
            <ac:spMk id="3" creationId="{60DC9695-DACC-28BB-DB8F-F78BB5298285}"/>
          </ac:spMkLst>
        </pc:spChg>
        <pc:spChg chg="add del mod">
          <ac:chgData name="Georgel Denis Mihalache" userId="d659269f-90b9-416e-9e51-61ff90d7d1b2" providerId="ADAL" clId="{56A476A1-41CE-4544-949C-F3ADD9A046ED}" dt="2025-10-16T06:03:57.998" v="8" actId="478"/>
          <ac:spMkLst>
            <pc:docMk/>
            <pc:sldMk cId="2089500687" sldId="305"/>
            <ac:spMk id="7" creationId="{9F7158F8-0E18-4184-81DB-7593B92BCEEA}"/>
          </ac:spMkLst>
        </pc:spChg>
        <pc:spChg chg="add del mod">
          <ac:chgData name="Georgel Denis Mihalache" userId="d659269f-90b9-416e-9e51-61ff90d7d1b2" providerId="ADAL" clId="{56A476A1-41CE-4544-949C-F3ADD9A046ED}" dt="2025-10-16T06:04:07.019" v="11" actId="478"/>
          <ac:spMkLst>
            <pc:docMk/>
            <pc:sldMk cId="2089500687" sldId="305"/>
            <ac:spMk id="11" creationId="{BD20B1EE-4377-9053-AB30-7DE34F18041E}"/>
          </ac:spMkLst>
        </pc:spChg>
        <pc:spChg chg="add del mod">
          <ac:chgData name="Georgel Denis Mihalache" userId="d659269f-90b9-416e-9e51-61ff90d7d1b2" providerId="ADAL" clId="{56A476A1-41CE-4544-949C-F3ADD9A046ED}" dt="2025-10-16T06:04:58.256" v="23" actId="478"/>
          <ac:spMkLst>
            <pc:docMk/>
            <pc:sldMk cId="2089500687" sldId="305"/>
            <ac:spMk id="13" creationId="{9357228B-93DE-2943-16F8-E7E24A4F77E7}"/>
          </ac:spMkLst>
        </pc:spChg>
        <pc:spChg chg="del">
          <ac:chgData name="Georgel Denis Mihalache" userId="d659269f-90b9-416e-9e51-61ff90d7d1b2" providerId="ADAL" clId="{56A476A1-41CE-4544-949C-F3ADD9A046ED}" dt="2025-10-16T06:04:05.991" v="10" actId="478"/>
          <ac:spMkLst>
            <pc:docMk/>
            <pc:sldMk cId="2089500687" sldId="305"/>
            <ac:spMk id="1012" creationId="{F5E0120E-9370-1F6E-7A84-4F65D42334F7}"/>
          </ac:spMkLst>
        </pc:spChg>
        <pc:spChg chg="del mod">
          <ac:chgData name="Georgel Denis Mihalache" userId="d659269f-90b9-416e-9e51-61ff90d7d1b2" providerId="ADAL" clId="{56A476A1-41CE-4544-949C-F3ADD9A046ED}" dt="2025-10-16T06:04:56.589" v="22" actId="478"/>
          <ac:spMkLst>
            <pc:docMk/>
            <pc:sldMk cId="2089500687" sldId="305"/>
            <ac:spMk id="1013" creationId="{DE43E378-BE1F-127F-9A7F-9E30AEAA24C9}"/>
          </ac:spMkLst>
        </pc:spChg>
        <pc:grpChg chg="mod">
          <ac:chgData name="Georgel Denis Mihalache" userId="d659269f-90b9-416e-9e51-61ff90d7d1b2" providerId="ADAL" clId="{56A476A1-41CE-4544-949C-F3ADD9A046ED}" dt="2025-10-16T06:05:04.263" v="24" actId="1076"/>
          <ac:grpSpMkLst>
            <pc:docMk/>
            <pc:sldMk cId="2089500687" sldId="305"/>
            <ac:grpSpMk id="1014" creationId="{ED251A1F-D528-D441-29BA-26736E4180E6}"/>
          </ac:grpSpMkLst>
        </pc:grpChg>
        <pc:picChg chg="add del mod ord">
          <ac:chgData name="Georgel Denis Mihalache" userId="d659269f-90b9-416e-9e51-61ff90d7d1b2" providerId="ADAL" clId="{56A476A1-41CE-4544-949C-F3ADD9A046ED}" dt="2025-10-16T06:03:45.113" v="5" actId="478"/>
          <ac:picMkLst>
            <pc:docMk/>
            <pc:sldMk cId="2089500687" sldId="305"/>
            <ac:picMk id="5" creationId="{C962C229-392B-7A89-9CA6-6A27B8EA7397}"/>
          </ac:picMkLst>
        </pc:picChg>
        <pc:picChg chg="add del mod">
          <ac:chgData name="Georgel Denis Mihalache" userId="d659269f-90b9-416e-9e51-61ff90d7d1b2" providerId="ADAL" clId="{56A476A1-41CE-4544-949C-F3ADD9A046ED}" dt="2025-10-16T06:05:26.572" v="26" actId="478"/>
          <ac:picMkLst>
            <pc:docMk/>
            <pc:sldMk cId="2089500687" sldId="305"/>
            <ac:picMk id="9" creationId="{8177A752-2F90-61D7-A05D-A9CF6D80BCA6}"/>
          </ac:picMkLst>
        </pc:picChg>
        <pc:picChg chg="add mod">
          <ac:chgData name="Georgel Denis Mihalache" userId="d659269f-90b9-416e-9e51-61ff90d7d1b2" providerId="ADAL" clId="{56A476A1-41CE-4544-949C-F3ADD9A046ED}" dt="2025-10-16T06:05:30.533" v="28" actId="1076"/>
          <ac:picMkLst>
            <pc:docMk/>
            <pc:sldMk cId="2089500687" sldId="305"/>
            <ac:picMk id="15" creationId="{3A241AA1-CA5E-175C-F068-2DBEF6026206}"/>
          </ac:picMkLst>
        </pc:picChg>
        <pc:picChg chg="del">
          <ac:chgData name="Georgel Denis Mihalache" userId="d659269f-90b9-416e-9e51-61ff90d7d1b2" providerId="ADAL" clId="{56A476A1-41CE-4544-949C-F3ADD9A046ED}" dt="2025-10-16T06:03:23.953" v="1" actId="478"/>
          <ac:picMkLst>
            <pc:docMk/>
            <pc:sldMk cId="2089500687" sldId="305"/>
            <ac:picMk id="1025" creationId="{B0D9CCEE-33B6-285B-C0D9-3AD8DDC7C2D7}"/>
          </ac:picMkLst>
        </pc:picChg>
      </pc:sldChg>
      <pc:sldChg chg="addSp delSp modSp add mod">
        <pc:chgData name="Georgel Denis Mihalache" userId="d659269f-90b9-416e-9e51-61ff90d7d1b2" providerId="ADAL" clId="{56A476A1-41CE-4544-949C-F3ADD9A046ED}" dt="2025-10-16T06:16:29.389" v="120" actId="1076"/>
        <pc:sldMkLst>
          <pc:docMk/>
          <pc:sldMk cId="2474507835" sldId="306"/>
        </pc:sldMkLst>
        <pc:spChg chg="mod">
          <ac:chgData name="Georgel Denis Mihalache" userId="d659269f-90b9-416e-9e51-61ff90d7d1b2" providerId="ADAL" clId="{56A476A1-41CE-4544-949C-F3ADD9A046ED}" dt="2025-10-16T06:15:53.760" v="112"/>
          <ac:spMkLst>
            <pc:docMk/>
            <pc:sldMk cId="2474507835" sldId="306"/>
            <ac:spMk id="6" creationId="{084D7E34-E405-5B08-50FD-D15696BD9F7E}"/>
          </ac:spMkLst>
        </pc:spChg>
        <pc:spChg chg="mod">
          <ac:chgData name="Georgel Denis Mihalache" userId="d659269f-90b9-416e-9e51-61ff90d7d1b2" providerId="ADAL" clId="{56A476A1-41CE-4544-949C-F3ADD9A046ED}" dt="2025-10-16T06:15:53.760" v="112"/>
          <ac:spMkLst>
            <pc:docMk/>
            <pc:sldMk cId="2474507835" sldId="306"/>
            <ac:spMk id="7" creationId="{DF41A535-2729-B2D1-FA66-C9B67F5DAFE0}"/>
          </ac:spMkLst>
        </pc:spChg>
        <pc:spChg chg="mod">
          <ac:chgData name="Georgel Denis Mihalache" userId="d659269f-90b9-416e-9e51-61ff90d7d1b2" providerId="ADAL" clId="{56A476A1-41CE-4544-949C-F3ADD9A046ED}" dt="2025-10-16T06:15:53.760" v="112"/>
          <ac:spMkLst>
            <pc:docMk/>
            <pc:sldMk cId="2474507835" sldId="306"/>
            <ac:spMk id="11" creationId="{9E25D3DB-DA2F-A8E7-9F8C-935D43FAB17F}"/>
          </ac:spMkLst>
        </pc:spChg>
        <pc:spChg chg="mod">
          <ac:chgData name="Georgel Denis Mihalache" userId="d659269f-90b9-416e-9e51-61ff90d7d1b2" providerId="ADAL" clId="{56A476A1-41CE-4544-949C-F3ADD9A046ED}" dt="2025-10-16T06:15:53.760" v="112"/>
          <ac:spMkLst>
            <pc:docMk/>
            <pc:sldMk cId="2474507835" sldId="306"/>
            <ac:spMk id="12" creationId="{A4EFB02D-80E4-CFB3-DD5E-5512BBA56C46}"/>
          </ac:spMkLst>
        </pc:spChg>
        <pc:spChg chg="mod">
          <ac:chgData name="Georgel Denis Mihalache" userId="d659269f-90b9-416e-9e51-61ff90d7d1b2" providerId="ADAL" clId="{56A476A1-41CE-4544-949C-F3ADD9A046ED}" dt="2025-10-16T06:15:53.760" v="112"/>
          <ac:spMkLst>
            <pc:docMk/>
            <pc:sldMk cId="2474507835" sldId="306"/>
            <ac:spMk id="13" creationId="{DA238C70-2A25-B372-58B9-47D9019AF540}"/>
          </ac:spMkLst>
        </pc:spChg>
        <pc:spChg chg="mod">
          <ac:chgData name="Georgel Denis Mihalache" userId="d659269f-90b9-416e-9e51-61ff90d7d1b2" providerId="ADAL" clId="{56A476A1-41CE-4544-949C-F3ADD9A046ED}" dt="2025-10-16T06:15:53.760" v="112"/>
          <ac:spMkLst>
            <pc:docMk/>
            <pc:sldMk cId="2474507835" sldId="306"/>
            <ac:spMk id="15" creationId="{CBFA48F7-0674-8039-2A8A-9839BE409C12}"/>
          </ac:spMkLst>
        </pc:spChg>
        <pc:spChg chg="mod">
          <ac:chgData name="Georgel Denis Mihalache" userId="d659269f-90b9-416e-9e51-61ff90d7d1b2" providerId="ADAL" clId="{56A476A1-41CE-4544-949C-F3ADD9A046ED}" dt="2025-10-16T06:15:53.760" v="112"/>
          <ac:spMkLst>
            <pc:docMk/>
            <pc:sldMk cId="2474507835" sldId="306"/>
            <ac:spMk id="16" creationId="{E7971F59-DEC6-C999-B4F9-CE930A18654E}"/>
          </ac:spMkLst>
        </pc:spChg>
        <pc:spChg chg="mod">
          <ac:chgData name="Georgel Denis Mihalache" userId="d659269f-90b9-416e-9e51-61ff90d7d1b2" providerId="ADAL" clId="{56A476A1-41CE-4544-949C-F3ADD9A046ED}" dt="2025-10-16T06:16:08.282" v="114"/>
          <ac:spMkLst>
            <pc:docMk/>
            <pc:sldMk cId="2474507835" sldId="306"/>
            <ac:spMk id="18" creationId="{2246EC06-6EBB-5737-A777-A5B0AD36D550}"/>
          </ac:spMkLst>
        </pc:spChg>
        <pc:spChg chg="mod">
          <ac:chgData name="Georgel Denis Mihalache" userId="d659269f-90b9-416e-9e51-61ff90d7d1b2" providerId="ADAL" clId="{56A476A1-41CE-4544-949C-F3ADD9A046ED}" dt="2025-10-16T06:16:08.282" v="114"/>
          <ac:spMkLst>
            <pc:docMk/>
            <pc:sldMk cId="2474507835" sldId="306"/>
            <ac:spMk id="19" creationId="{3124F7CD-6E7C-4D25-91C5-B5E5E63D3C27}"/>
          </ac:spMkLst>
        </pc:spChg>
        <pc:spChg chg="mod">
          <ac:chgData name="Georgel Denis Mihalache" userId="d659269f-90b9-416e-9e51-61ff90d7d1b2" providerId="ADAL" clId="{56A476A1-41CE-4544-949C-F3ADD9A046ED}" dt="2025-10-16T06:16:08.282" v="114"/>
          <ac:spMkLst>
            <pc:docMk/>
            <pc:sldMk cId="2474507835" sldId="306"/>
            <ac:spMk id="21" creationId="{6CF839BD-C699-38AE-56D2-AC7EF1462247}"/>
          </ac:spMkLst>
        </pc:spChg>
        <pc:spChg chg="mod">
          <ac:chgData name="Georgel Denis Mihalache" userId="d659269f-90b9-416e-9e51-61ff90d7d1b2" providerId="ADAL" clId="{56A476A1-41CE-4544-949C-F3ADD9A046ED}" dt="2025-10-16T06:16:08.282" v="114"/>
          <ac:spMkLst>
            <pc:docMk/>
            <pc:sldMk cId="2474507835" sldId="306"/>
            <ac:spMk id="22" creationId="{53AE040D-BC3F-8BA1-6E95-180B420C0B3A}"/>
          </ac:spMkLst>
        </pc:spChg>
        <pc:spChg chg="mod">
          <ac:chgData name="Georgel Denis Mihalache" userId="d659269f-90b9-416e-9e51-61ff90d7d1b2" providerId="ADAL" clId="{56A476A1-41CE-4544-949C-F3ADD9A046ED}" dt="2025-10-16T06:16:08.282" v="114"/>
          <ac:spMkLst>
            <pc:docMk/>
            <pc:sldMk cId="2474507835" sldId="306"/>
            <ac:spMk id="23" creationId="{060FBF3F-31FE-5A83-3F7E-4E954461BDCC}"/>
          </ac:spMkLst>
        </pc:spChg>
        <pc:spChg chg="mod">
          <ac:chgData name="Georgel Denis Mihalache" userId="d659269f-90b9-416e-9e51-61ff90d7d1b2" providerId="ADAL" clId="{56A476A1-41CE-4544-949C-F3ADD9A046ED}" dt="2025-10-16T06:16:08.282" v="114"/>
          <ac:spMkLst>
            <pc:docMk/>
            <pc:sldMk cId="2474507835" sldId="306"/>
            <ac:spMk id="25" creationId="{3716F701-D3B9-F10D-9F38-B8AFB1071948}"/>
          </ac:spMkLst>
        </pc:spChg>
        <pc:spChg chg="mod">
          <ac:chgData name="Georgel Denis Mihalache" userId="d659269f-90b9-416e-9e51-61ff90d7d1b2" providerId="ADAL" clId="{56A476A1-41CE-4544-949C-F3ADD9A046ED}" dt="2025-10-16T06:16:08.282" v="114"/>
          <ac:spMkLst>
            <pc:docMk/>
            <pc:sldMk cId="2474507835" sldId="306"/>
            <ac:spMk id="26" creationId="{23AC3A58-9665-63F6-0519-3EE66E70E15F}"/>
          </ac:spMkLst>
        </pc:spChg>
        <pc:spChg chg="mod">
          <ac:chgData name="Georgel Denis Mihalache" userId="d659269f-90b9-416e-9e51-61ff90d7d1b2" providerId="ADAL" clId="{56A476A1-41CE-4544-949C-F3ADD9A046ED}" dt="2025-10-16T06:15:04.092" v="70" actId="20577"/>
          <ac:spMkLst>
            <pc:docMk/>
            <pc:sldMk cId="2474507835" sldId="306"/>
            <ac:spMk id="545" creationId="{7AF14E2A-3D86-D121-A77E-07D68A46D75D}"/>
          </ac:spMkLst>
        </pc:spChg>
        <pc:spChg chg="mod">
          <ac:chgData name="Georgel Denis Mihalache" userId="d659269f-90b9-416e-9e51-61ff90d7d1b2" providerId="ADAL" clId="{56A476A1-41CE-4544-949C-F3ADD9A046ED}" dt="2025-10-16T06:16:25.331" v="119" actId="1076"/>
          <ac:spMkLst>
            <pc:docMk/>
            <pc:sldMk cId="2474507835" sldId="306"/>
            <ac:spMk id="546" creationId="{4CBD61C3-71AA-CA69-B4C8-A85654F139E6}"/>
          </ac:spMkLst>
        </pc:spChg>
        <pc:spChg chg="del mod">
          <ac:chgData name="Georgel Denis Mihalache" userId="d659269f-90b9-416e-9e51-61ff90d7d1b2" providerId="ADAL" clId="{56A476A1-41CE-4544-949C-F3ADD9A046ED}" dt="2025-10-16T06:16:21.033" v="118" actId="478"/>
          <ac:spMkLst>
            <pc:docMk/>
            <pc:sldMk cId="2474507835" sldId="306"/>
            <ac:spMk id="551" creationId="{75F4AFDD-3400-C349-8B58-3DD4DDBB9399}"/>
          </ac:spMkLst>
        </pc:spChg>
        <pc:grpChg chg="del">
          <ac:chgData name="Georgel Denis Mihalache" userId="d659269f-90b9-416e-9e51-61ff90d7d1b2" providerId="ADAL" clId="{56A476A1-41CE-4544-949C-F3ADD9A046ED}" dt="2025-10-16T06:15:42.241" v="111" actId="478"/>
          <ac:grpSpMkLst>
            <pc:docMk/>
            <pc:sldMk cId="2474507835" sldId="306"/>
            <ac:grpSpMk id="2" creationId="{7F67150F-2B38-254A-551D-4221507C5C50}"/>
          </ac:grpSpMkLst>
        </pc:grpChg>
        <pc:grpChg chg="add mod">
          <ac:chgData name="Georgel Denis Mihalache" userId="d659269f-90b9-416e-9e51-61ff90d7d1b2" providerId="ADAL" clId="{56A476A1-41CE-4544-949C-F3ADD9A046ED}" dt="2025-10-16T06:16:29.389" v="120" actId="1076"/>
          <ac:grpSpMkLst>
            <pc:docMk/>
            <pc:sldMk cId="2474507835" sldId="306"/>
            <ac:grpSpMk id="5" creationId="{165D90B8-5380-67D9-3FE5-B6A2D7381FFC}"/>
          </ac:grpSpMkLst>
        </pc:grpChg>
        <pc:grpChg chg="mod">
          <ac:chgData name="Georgel Denis Mihalache" userId="d659269f-90b9-416e-9e51-61ff90d7d1b2" providerId="ADAL" clId="{56A476A1-41CE-4544-949C-F3ADD9A046ED}" dt="2025-10-16T06:15:53.760" v="112"/>
          <ac:grpSpMkLst>
            <pc:docMk/>
            <pc:sldMk cId="2474507835" sldId="306"/>
            <ac:grpSpMk id="9" creationId="{008F2033-BDDD-E237-61DD-76ADFF4AB58D}"/>
          </ac:grpSpMkLst>
        </pc:grpChg>
        <pc:grpChg chg="mod">
          <ac:chgData name="Georgel Denis Mihalache" userId="d659269f-90b9-416e-9e51-61ff90d7d1b2" providerId="ADAL" clId="{56A476A1-41CE-4544-949C-F3ADD9A046ED}" dt="2025-10-16T06:15:53.760" v="112"/>
          <ac:grpSpMkLst>
            <pc:docMk/>
            <pc:sldMk cId="2474507835" sldId="306"/>
            <ac:grpSpMk id="14" creationId="{D58FC3C5-87BA-085A-BF96-2B03FFA60333}"/>
          </ac:grpSpMkLst>
        </pc:grpChg>
        <pc:grpChg chg="add mod">
          <ac:chgData name="Georgel Denis Mihalache" userId="d659269f-90b9-416e-9e51-61ff90d7d1b2" providerId="ADAL" clId="{56A476A1-41CE-4544-949C-F3ADD9A046ED}" dt="2025-10-16T06:16:10.458" v="115" actId="1076"/>
          <ac:grpSpMkLst>
            <pc:docMk/>
            <pc:sldMk cId="2474507835" sldId="306"/>
            <ac:grpSpMk id="17" creationId="{07E1223A-02BF-F34A-572B-32B2361022A1}"/>
          </ac:grpSpMkLst>
        </pc:grpChg>
        <pc:grpChg chg="mod">
          <ac:chgData name="Georgel Denis Mihalache" userId="d659269f-90b9-416e-9e51-61ff90d7d1b2" providerId="ADAL" clId="{56A476A1-41CE-4544-949C-F3ADD9A046ED}" dt="2025-10-16T06:16:08.282" v="114"/>
          <ac:grpSpMkLst>
            <pc:docMk/>
            <pc:sldMk cId="2474507835" sldId="306"/>
            <ac:grpSpMk id="24" creationId="{C564F269-81CD-0D7A-3B03-A56B25D0B349}"/>
          </ac:grpSpMkLst>
        </pc:grpChg>
        <pc:grpChg chg="del">
          <ac:chgData name="Georgel Denis Mihalache" userId="d659269f-90b9-416e-9e51-61ff90d7d1b2" providerId="ADAL" clId="{56A476A1-41CE-4544-949C-F3ADD9A046ED}" dt="2025-10-16T06:15:56.504" v="113" actId="478"/>
          <ac:grpSpMkLst>
            <pc:docMk/>
            <pc:sldMk cId="2474507835" sldId="306"/>
            <ac:grpSpMk id="515" creationId="{4ABA76AF-8E90-6D0D-9A0A-8226D2DF8FF1}"/>
          </ac:grpSpMkLst>
        </pc:grpChg>
        <pc:grpChg chg="del">
          <ac:chgData name="Georgel Denis Mihalache" userId="d659269f-90b9-416e-9e51-61ff90d7d1b2" providerId="ADAL" clId="{56A476A1-41CE-4544-949C-F3ADD9A046ED}" dt="2025-10-16T06:16:17.700" v="117" actId="478"/>
          <ac:grpSpMkLst>
            <pc:docMk/>
            <pc:sldMk cId="2474507835" sldId="306"/>
            <ac:grpSpMk id="547" creationId="{A0C94473-82D8-4F66-4FF2-96D75F9FB9AD}"/>
          </ac:grpSpMkLst>
        </pc:grpChg>
        <pc:cxnChg chg="mod">
          <ac:chgData name="Georgel Denis Mihalache" userId="d659269f-90b9-416e-9e51-61ff90d7d1b2" providerId="ADAL" clId="{56A476A1-41CE-4544-949C-F3ADD9A046ED}" dt="2025-10-16T06:16:08.282" v="114"/>
          <ac:cxnSpMkLst>
            <pc:docMk/>
            <pc:sldMk cId="2474507835" sldId="306"/>
            <ac:cxnSpMk id="20" creationId="{95CFBD45-0875-0B02-0D63-CAAC3115B2F8}"/>
          </ac:cxnSpMkLst>
        </pc:cxnChg>
      </pc:sldChg>
      <pc:sldChg chg="addSp delSp modSp add del mod">
        <pc:chgData name="Georgel Denis Mihalache" userId="d659269f-90b9-416e-9e51-61ff90d7d1b2" providerId="ADAL" clId="{56A476A1-41CE-4544-949C-F3ADD9A046ED}" dt="2025-10-16T06:33:26.117" v="292" actId="47"/>
        <pc:sldMkLst>
          <pc:docMk/>
          <pc:sldMk cId="4096624451" sldId="307"/>
        </pc:sldMkLst>
        <pc:spChg chg="add del mod">
          <ac:chgData name="Georgel Denis Mihalache" userId="d659269f-90b9-416e-9e51-61ff90d7d1b2" providerId="ADAL" clId="{56A476A1-41CE-4544-949C-F3ADD9A046ED}" dt="2025-10-16T06:29:54.344" v="229" actId="478"/>
          <ac:spMkLst>
            <pc:docMk/>
            <pc:sldMk cId="4096624451" sldId="307"/>
            <ac:spMk id="6" creationId="{17AA67AF-B3EE-7397-FE4C-8CABBD34984C}"/>
          </ac:spMkLst>
        </pc:spChg>
        <pc:spChg chg="mod">
          <ac:chgData name="Georgel Denis Mihalache" userId="d659269f-90b9-416e-9e51-61ff90d7d1b2" providerId="ADAL" clId="{56A476A1-41CE-4544-949C-F3ADD9A046ED}" dt="2025-10-16T06:30:39.064" v="235"/>
          <ac:spMkLst>
            <pc:docMk/>
            <pc:sldMk cId="4096624451" sldId="307"/>
            <ac:spMk id="8" creationId="{136015DE-31A7-3AFD-12C6-64B41D1A532A}"/>
          </ac:spMkLst>
        </pc:spChg>
        <pc:spChg chg="mod">
          <ac:chgData name="Georgel Denis Mihalache" userId="d659269f-90b9-416e-9e51-61ff90d7d1b2" providerId="ADAL" clId="{56A476A1-41CE-4544-949C-F3ADD9A046ED}" dt="2025-10-16T06:30:39.064" v="235"/>
          <ac:spMkLst>
            <pc:docMk/>
            <pc:sldMk cId="4096624451" sldId="307"/>
            <ac:spMk id="9" creationId="{C56ABE6F-D4A4-F289-0A89-C2821328C2C1}"/>
          </ac:spMkLst>
        </pc:spChg>
        <pc:spChg chg="mod">
          <ac:chgData name="Georgel Denis Mihalache" userId="d659269f-90b9-416e-9e51-61ff90d7d1b2" providerId="ADAL" clId="{56A476A1-41CE-4544-949C-F3ADD9A046ED}" dt="2025-10-16T06:30:39.064" v="235"/>
          <ac:spMkLst>
            <pc:docMk/>
            <pc:sldMk cId="4096624451" sldId="307"/>
            <ac:spMk id="10" creationId="{8F9105D7-E409-8329-A0EE-DA3A49C4B914}"/>
          </ac:spMkLst>
        </pc:spChg>
        <pc:spChg chg="mod">
          <ac:chgData name="Georgel Denis Mihalache" userId="d659269f-90b9-416e-9e51-61ff90d7d1b2" providerId="ADAL" clId="{56A476A1-41CE-4544-949C-F3ADD9A046ED}" dt="2025-10-16T06:30:39.064" v="235"/>
          <ac:spMkLst>
            <pc:docMk/>
            <pc:sldMk cId="4096624451" sldId="307"/>
            <ac:spMk id="11" creationId="{9ED865CC-51CB-915C-43A9-F14F0277B4C0}"/>
          </ac:spMkLst>
        </pc:spChg>
        <pc:spChg chg="mod">
          <ac:chgData name="Georgel Denis Mihalache" userId="d659269f-90b9-416e-9e51-61ff90d7d1b2" providerId="ADAL" clId="{56A476A1-41CE-4544-949C-F3ADD9A046ED}" dt="2025-10-16T06:30:39.064" v="235"/>
          <ac:spMkLst>
            <pc:docMk/>
            <pc:sldMk cId="4096624451" sldId="307"/>
            <ac:spMk id="12" creationId="{96CF778E-D33D-4B35-2814-976BCFFA68D9}"/>
          </ac:spMkLst>
        </pc:spChg>
        <pc:spChg chg="mod">
          <ac:chgData name="Georgel Denis Mihalache" userId="d659269f-90b9-416e-9e51-61ff90d7d1b2" providerId="ADAL" clId="{56A476A1-41CE-4544-949C-F3ADD9A046ED}" dt="2025-10-16T06:30:39.064" v="235"/>
          <ac:spMkLst>
            <pc:docMk/>
            <pc:sldMk cId="4096624451" sldId="307"/>
            <ac:spMk id="13" creationId="{4FAE0667-2222-51A3-94B2-AD6861A2E87E}"/>
          </ac:spMkLst>
        </pc:spChg>
        <pc:spChg chg="mod">
          <ac:chgData name="Georgel Denis Mihalache" userId="d659269f-90b9-416e-9e51-61ff90d7d1b2" providerId="ADAL" clId="{56A476A1-41CE-4544-949C-F3ADD9A046ED}" dt="2025-10-16T06:30:39.064" v="235"/>
          <ac:spMkLst>
            <pc:docMk/>
            <pc:sldMk cId="4096624451" sldId="307"/>
            <ac:spMk id="14" creationId="{FA44BE7F-05B7-5ED9-7863-A778165E6A5A}"/>
          </ac:spMkLst>
        </pc:spChg>
        <pc:spChg chg="mod">
          <ac:chgData name="Georgel Denis Mihalache" userId="d659269f-90b9-416e-9e51-61ff90d7d1b2" providerId="ADAL" clId="{56A476A1-41CE-4544-949C-F3ADD9A046ED}" dt="2025-10-16T06:30:39.064" v="235"/>
          <ac:spMkLst>
            <pc:docMk/>
            <pc:sldMk cId="4096624451" sldId="307"/>
            <ac:spMk id="15" creationId="{E9BA2F22-636C-5C6E-CC57-F270A9E57317}"/>
          </ac:spMkLst>
        </pc:spChg>
        <pc:spChg chg="mod">
          <ac:chgData name="Georgel Denis Mihalache" userId="d659269f-90b9-416e-9e51-61ff90d7d1b2" providerId="ADAL" clId="{56A476A1-41CE-4544-949C-F3ADD9A046ED}" dt="2025-10-16T06:30:39.064" v="235"/>
          <ac:spMkLst>
            <pc:docMk/>
            <pc:sldMk cId="4096624451" sldId="307"/>
            <ac:spMk id="16" creationId="{DD2B24CF-FBE2-F4A1-208E-95926A6C8758}"/>
          </ac:spMkLst>
        </pc:spChg>
        <pc:spChg chg="mod">
          <ac:chgData name="Georgel Denis Mihalache" userId="d659269f-90b9-416e-9e51-61ff90d7d1b2" providerId="ADAL" clId="{56A476A1-41CE-4544-949C-F3ADD9A046ED}" dt="2025-10-16T06:30:39.064" v="235"/>
          <ac:spMkLst>
            <pc:docMk/>
            <pc:sldMk cId="4096624451" sldId="307"/>
            <ac:spMk id="17" creationId="{9E7C7A1B-33BF-3311-08D6-BFD2695B31A3}"/>
          </ac:spMkLst>
        </pc:spChg>
        <pc:spChg chg="mod">
          <ac:chgData name="Georgel Denis Mihalache" userId="d659269f-90b9-416e-9e51-61ff90d7d1b2" providerId="ADAL" clId="{56A476A1-41CE-4544-949C-F3ADD9A046ED}" dt="2025-10-16T06:30:55.758" v="237"/>
          <ac:spMkLst>
            <pc:docMk/>
            <pc:sldMk cId="4096624451" sldId="307"/>
            <ac:spMk id="19" creationId="{CFD2EFB9-AF34-B592-811A-70460EFF4AC9}"/>
          </ac:spMkLst>
        </pc:spChg>
        <pc:spChg chg="mod">
          <ac:chgData name="Georgel Denis Mihalache" userId="d659269f-90b9-416e-9e51-61ff90d7d1b2" providerId="ADAL" clId="{56A476A1-41CE-4544-949C-F3ADD9A046ED}" dt="2025-10-16T06:30:55.758" v="237"/>
          <ac:spMkLst>
            <pc:docMk/>
            <pc:sldMk cId="4096624451" sldId="307"/>
            <ac:spMk id="20" creationId="{B161DCD4-DF5D-C813-E8C3-7F5D32413C0A}"/>
          </ac:spMkLst>
        </pc:spChg>
        <pc:spChg chg="mod">
          <ac:chgData name="Georgel Denis Mihalache" userId="d659269f-90b9-416e-9e51-61ff90d7d1b2" providerId="ADAL" clId="{56A476A1-41CE-4544-949C-F3ADD9A046ED}" dt="2025-10-16T06:30:55.758" v="237"/>
          <ac:spMkLst>
            <pc:docMk/>
            <pc:sldMk cId="4096624451" sldId="307"/>
            <ac:spMk id="21" creationId="{0E67DDBF-A3F2-14BA-246E-F5803AF53433}"/>
          </ac:spMkLst>
        </pc:spChg>
        <pc:spChg chg="mod">
          <ac:chgData name="Georgel Denis Mihalache" userId="d659269f-90b9-416e-9e51-61ff90d7d1b2" providerId="ADAL" clId="{56A476A1-41CE-4544-949C-F3ADD9A046ED}" dt="2025-10-16T06:30:55.758" v="237"/>
          <ac:spMkLst>
            <pc:docMk/>
            <pc:sldMk cId="4096624451" sldId="307"/>
            <ac:spMk id="22" creationId="{DBAE9A23-DB2E-30E7-4A5E-9D273BF5A0B6}"/>
          </ac:spMkLst>
        </pc:spChg>
        <pc:spChg chg="mod">
          <ac:chgData name="Georgel Denis Mihalache" userId="d659269f-90b9-416e-9e51-61ff90d7d1b2" providerId="ADAL" clId="{56A476A1-41CE-4544-949C-F3ADD9A046ED}" dt="2025-10-16T06:30:55.758" v="237"/>
          <ac:spMkLst>
            <pc:docMk/>
            <pc:sldMk cId="4096624451" sldId="307"/>
            <ac:spMk id="23" creationId="{A4162E9B-068A-D5DB-0B5E-5DC9FDDB4687}"/>
          </ac:spMkLst>
        </pc:spChg>
        <pc:spChg chg="mod">
          <ac:chgData name="Georgel Denis Mihalache" userId="d659269f-90b9-416e-9e51-61ff90d7d1b2" providerId="ADAL" clId="{56A476A1-41CE-4544-949C-F3ADD9A046ED}" dt="2025-10-16T06:30:55.758" v="237"/>
          <ac:spMkLst>
            <pc:docMk/>
            <pc:sldMk cId="4096624451" sldId="307"/>
            <ac:spMk id="24" creationId="{3DF0EF9E-31BF-62B7-154E-59360F43A934}"/>
          </ac:spMkLst>
        </pc:spChg>
        <pc:spChg chg="mod">
          <ac:chgData name="Georgel Denis Mihalache" userId="d659269f-90b9-416e-9e51-61ff90d7d1b2" providerId="ADAL" clId="{56A476A1-41CE-4544-949C-F3ADD9A046ED}" dt="2025-10-16T06:30:55.758" v="237"/>
          <ac:spMkLst>
            <pc:docMk/>
            <pc:sldMk cId="4096624451" sldId="307"/>
            <ac:spMk id="25" creationId="{A40964D4-5503-6150-BB8E-0E6D206B558F}"/>
          </ac:spMkLst>
        </pc:spChg>
        <pc:spChg chg="mod">
          <ac:chgData name="Georgel Denis Mihalache" userId="d659269f-90b9-416e-9e51-61ff90d7d1b2" providerId="ADAL" clId="{56A476A1-41CE-4544-949C-F3ADD9A046ED}" dt="2025-10-16T06:30:55.758" v="237"/>
          <ac:spMkLst>
            <pc:docMk/>
            <pc:sldMk cId="4096624451" sldId="307"/>
            <ac:spMk id="26" creationId="{82B3FB1C-3BCA-AED5-AE40-61F827FC4CFF}"/>
          </ac:spMkLst>
        </pc:spChg>
        <pc:spChg chg="mod">
          <ac:chgData name="Georgel Denis Mihalache" userId="d659269f-90b9-416e-9e51-61ff90d7d1b2" providerId="ADAL" clId="{56A476A1-41CE-4544-949C-F3ADD9A046ED}" dt="2025-10-16T06:30:55.758" v="237"/>
          <ac:spMkLst>
            <pc:docMk/>
            <pc:sldMk cId="4096624451" sldId="307"/>
            <ac:spMk id="27" creationId="{3062B170-673C-E901-7789-708AAE6C74D2}"/>
          </ac:spMkLst>
        </pc:spChg>
        <pc:spChg chg="mod">
          <ac:chgData name="Georgel Denis Mihalache" userId="d659269f-90b9-416e-9e51-61ff90d7d1b2" providerId="ADAL" clId="{56A476A1-41CE-4544-949C-F3ADD9A046ED}" dt="2025-10-16T06:30:55.758" v="237"/>
          <ac:spMkLst>
            <pc:docMk/>
            <pc:sldMk cId="4096624451" sldId="307"/>
            <ac:spMk id="30" creationId="{896F90DE-C2A8-EABF-410B-E2B646978B76}"/>
          </ac:spMkLst>
        </pc:spChg>
        <pc:spChg chg="mod">
          <ac:chgData name="Georgel Denis Mihalache" userId="d659269f-90b9-416e-9e51-61ff90d7d1b2" providerId="ADAL" clId="{56A476A1-41CE-4544-949C-F3ADD9A046ED}" dt="2025-10-16T06:29:26.848" v="223" actId="20577"/>
          <ac:spMkLst>
            <pc:docMk/>
            <pc:sldMk cId="4096624451" sldId="307"/>
            <ac:spMk id="545" creationId="{0D15426F-AB5F-F9C2-472C-51DB3C08BC60}"/>
          </ac:spMkLst>
        </pc:spChg>
        <pc:spChg chg="mod">
          <ac:chgData name="Georgel Denis Mihalache" userId="d659269f-90b9-416e-9e51-61ff90d7d1b2" providerId="ADAL" clId="{56A476A1-41CE-4544-949C-F3ADD9A046ED}" dt="2025-10-16T06:31:28.053" v="248" actId="255"/>
          <ac:spMkLst>
            <pc:docMk/>
            <pc:sldMk cId="4096624451" sldId="307"/>
            <ac:spMk id="546" creationId="{452E753D-EF69-58BE-65C3-E020635EE50D}"/>
          </ac:spMkLst>
        </pc:spChg>
        <pc:spChg chg="del">
          <ac:chgData name="Georgel Denis Mihalache" userId="d659269f-90b9-416e-9e51-61ff90d7d1b2" providerId="ADAL" clId="{56A476A1-41CE-4544-949C-F3ADD9A046ED}" dt="2025-10-16T06:29:52.196" v="228" actId="478"/>
          <ac:spMkLst>
            <pc:docMk/>
            <pc:sldMk cId="4096624451" sldId="307"/>
            <ac:spMk id="551" creationId="{F6E6F695-DB9C-84F3-D3B4-CD67AE10EFA9}"/>
          </ac:spMkLst>
        </pc:spChg>
        <pc:grpChg chg="mod">
          <ac:chgData name="Georgel Denis Mihalache" userId="d659269f-90b9-416e-9e51-61ff90d7d1b2" providerId="ADAL" clId="{56A476A1-41CE-4544-949C-F3ADD9A046ED}" dt="2025-10-16T06:31:01.614" v="239" actId="1076"/>
          <ac:grpSpMkLst>
            <pc:docMk/>
            <pc:sldMk cId="4096624451" sldId="307"/>
            <ac:grpSpMk id="2" creationId="{7BFDDBEB-4142-5052-F3E6-3C6E61914967}"/>
          </ac:grpSpMkLst>
        </pc:grpChg>
        <pc:grpChg chg="del mod">
          <ac:chgData name="Georgel Denis Mihalache" userId="d659269f-90b9-416e-9e51-61ff90d7d1b2" providerId="ADAL" clId="{56A476A1-41CE-4544-949C-F3ADD9A046ED}" dt="2025-10-16T06:31:05.446" v="241" actId="478"/>
          <ac:grpSpMkLst>
            <pc:docMk/>
            <pc:sldMk cId="4096624451" sldId="307"/>
            <ac:grpSpMk id="7" creationId="{68C6EB35-62D8-76F1-D79B-1F15B14F7F94}"/>
          </ac:grpSpMkLst>
        </pc:grpChg>
        <pc:grpChg chg="mod">
          <ac:chgData name="Georgel Denis Mihalache" userId="d659269f-90b9-416e-9e51-61ff90d7d1b2" providerId="ADAL" clId="{56A476A1-41CE-4544-949C-F3ADD9A046ED}" dt="2025-10-16T06:30:59.341" v="238" actId="1076"/>
          <ac:grpSpMkLst>
            <pc:docMk/>
            <pc:sldMk cId="4096624451" sldId="307"/>
            <ac:grpSpMk id="18" creationId="{7302308A-3E14-AC11-FCA9-9BA21304EFDF}"/>
          </ac:grpSpMkLst>
        </pc:grpChg>
        <pc:grpChg chg="del">
          <ac:chgData name="Georgel Denis Mihalache" userId="d659269f-90b9-416e-9e51-61ff90d7d1b2" providerId="ADAL" clId="{56A476A1-41CE-4544-949C-F3ADD9A046ED}" dt="2025-10-16T06:30:18.544" v="234" actId="478"/>
          <ac:grpSpMkLst>
            <pc:docMk/>
            <pc:sldMk cId="4096624451" sldId="307"/>
            <ac:grpSpMk id="515" creationId="{BE38B961-F43F-1EFE-F791-C663F27BD137}"/>
          </ac:grpSpMkLst>
        </pc:grpChg>
        <pc:grpChg chg="del">
          <ac:chgData name="Georgel Denis Mihalache" userId="d659269f-90b9-416e-9e51-61ff90d7d1b2" providerId="ADAL" clId="{56A476A1-41CE-4544-949C-F3ADD9A046ED}" dt="2025-10-16T06:29:48.187" v="227" actId="478"/>
          <ac:grpSpMkLst>
            <pc:docMk/>
            <pc:sldMk cId="4096624451" sldId="307"/>
            <ac:grpSpMk id="547" creationId="{EA161BE9-2309-4A91-5475-D879F6FBB2EE}"/>
          </ac:grpSpMkLst>
        </pc:grpChg>
      </pc:sldChg>
      <pc:sldChg chg="addSp delSp modSp add mod">
        <pc:chgData name="Georgel Denis Mihalache" userId="d659269f-90b9-416e-9e51-61ff90d7d1b2" providerId="ADAL" clId="{56A476A1-41CE-4544-949C-F3ADD9A046ED}" dt="2025-10-16T06:32:15.314" v="253" actId="1076"/>
        <pc:sldMkLst>
          <pc:docMk/>
          <pc:sldMk cId="1265602255" sldId="308"/>
        </pc:sldMkLst>
        <pc:spChg chg="add del mod">
          <ac:chgData name="Georgel Denis Mihalache" userId="d659269f-90b9-416e-9e51-61ff90d7d1b2" providerId="ADAL" clId="{56A476A1-41CE-4544-949C-F3ADD9A046ED}" dt="2025-10-16T06:32:03.141" v="251" actId="478"/>
          <ac:spMkLst>
            <pc:docMk/>
            <pc:sldMk cId="1265602255" sldId="308"/>
            <ac:spMk id="3" creationId="{D436CB49-8035-AD56-32C8-04EDAA466006}"/>
          </ac:spMkLst>
        </pc:spChg>
        <pc:spChg chg="del">
          <ac:chgData name="Georgel Denis Mihalache" userId="d659269f-90b9-416e-9e51-61ff90d7d1b2" providerId="ADAL" clId="{56A476A1-41CE-4544-949C-F3ADD9A046ED}" dt="2025-10-16T06:32:00.627" v="250" actId="478"/>
          <ac:spMkLst>
            <pc:docMk/>
            <pc:sldMk cId="1265602255" sldId="308"/>
            <ac:spMk id="1235" creationId="{043DA5C1-D8C1-1A9F-63C9-345888BDBE50}"/>
          </ac:spMkLst>
        </pc:spChg>
        <pc:spChg chg="mod">
          <ac:chgData name="Georgel Denis Mihalache" userId="d659269f-90b9-416e-9e51-61ff90d7d1b2" providerId="ADAL" clId="{56A476A1-41CE-4544-949C-F3ADD9A046ED}" dt="2025-10-16T06:32:15.314" v="253" actId="1076"/>
          <ac:spMkLst>
            <pc:docMk/>
            <pc:sldMk cId="1265602255" sldId="308"/>
            <ac:spMk id="1236" creationId="{68F88011-6A55-D6FE-7601-E5DBBC3A98A3}"/>
          </ac:spMkLst>
        </pc:spChg>
        <pc:grpChg chg="del">
          <ac:chgData name="Georgel Denis Mihalache" userId="d659269f-90b9-416e-9e51-61ff90d7d1b2" providerId="ADAL" clId="{56A476A1-41CE-4544-949C-F3ADD9A046ED}" dt="2025-10-16T06:32:04.780" v="252" actId="478"/>
          <ac:grpSpMkLst>
            <pc:docMk/>
            <pc:sldMk cId="1265602255" sldId="308"/>
            <ac:grpSpMk id="1249" creationId="{9EB0E537-3968-B7DF-953D-D3F3B2EE42F5}"/>
          </ac:grpSpMkLst>
        </pc:grpChg>
      </pc:sldChg>
      <pc:sldMasterChg chg="addSldLayout delSldLayout">
        <pc:chgData name="Georgel Denis Mihalache" userId="d659269f-90b9-416e-9e51-61ff90d7d1b2" providerId="ADAL" clId="{56A476A1-41CE-4544-949C-F3ADD9A046ED}" dt="2025-10-16T06:33:56.325" v="316" actId="47"/>
        <pc:sldMasterMkLst>
          <pc:docMk/>
          <pc:sldMasterMk cId="0" sldId="2147483674"/>
        </pc:sldMasterMkLst>
        <pc:sldLayoutChg chg="add del">
          <pc:chgData name="Georgel Denis Mihalache" userId="d659269f-90b9-416e-9e51-61ff90d7d1b2" providerId="ADAL" clId="{56A476A1-41CE-4544-949C-F3ADD9A046ED}" dt="2025-10-16T06:33:43.806" v="306" actId="47"/>
          <pc:sldLayoutMkLst>
            <pc:docMk/>
            <pc:sldMasterMk cId="0" sldId="2147483674"/>
            <pc:sldLayoutMk cId="0" sldId="2147483651"/>
          </pc:sldLayoutMkLst>
        </pc:sldLayoutChg>
        <pc:sldLayoutChg chg="add del">
          <pc:chgData name="Georgel Denis Mihalache" userId="d659269f-90b9-416e-9e51-61ff90d7d1b2" providerId="ADAL" clId="{56A476A1-41CE-4544-949C-F3ADD9A046ED}" dt="2025-10-16T06:33:42.749" v="305" actId="47"/>
          <pc:sldLayoutMkLst>
            <pc:docMk/>
            <pc:sldMasterMk cId="0" sldId="2147483674"/>
            <pc:sldLayoutMk cId="0" sldId="2147483653"/>
          </pc:sldLayoutMkLst>
        </pc:sldLayoutChg>
        <pc:sldLayoutChg chg="add del">
          <pc:chgData name="Georgel Denis Mihalache" userId="d659269f-90b9-416e-9e51-61ff90d7d1b2" providerId="ADAL" clId="{56A476A1-41CE-4544-949C-F3ADD9A046ED}" dt="2025-10-16T06:33:44.987" v="307" actId="47"/>
          <pc:sldLayoutMkLst>
            <pc:docMk/>
            <pc:sldMasterMk cId="0" sldId="2147483674"/>
            <pc:sldLayoutMk cId="0" sldId="2147483654"/>
          </pc:sldLayoutMkLst>
        </pc:sldLayoutChg>
        <pc:sldLayoutChg chg="del">
          <pc:chgData name="Georgel Denis Mihalache" userId="d659269f-90b9-416e-9e51-61ff90d7d1b2" providerId="ADAL" clId="{56A476A1-41CE-4544-949C-F3ADD9A046ED}" dt="2025-10-16T06:32:26.871" v="260" actId="47"/>
          <pc:sldLayoutMkLst>
            <pc:docMk/>
            <pc:sldMasterMk cId="0" sldId="2147483674"/>
            <pc:sldLayoutMk cId="0" sldId="2147483656"/>
          </pc:sldLayoutMkLst>
        </pc:sldLayoutChg>
        <pc:sldLayoutChg chg="add del">
          <pc:chgData name="Georgel Denis Mihalache" userId="d659269f-90b9-416e-9e51-61ff90d7d1b2" providerId="ADAL" clId="{56A476A1-41CE-4544-949C-F3ADD9A046ED}" dt="2025-10-16T06:33:47.657" v="309" actId="47"/>
          <pc:sldLayoutMkLst>
            <pc:docMk/>
            <pc:sldMasterMk cId="0" sldId="2147483674"/>
            <pc:sldLayoutMk cId="0" sldId="2147483657"/>
          </pc:sldLayoutMkLst>
        </pc:sldLayoutChg>
        <pc:sldLayoutChg chg="add del">
          <pc:chgData name="Georgel Denis Mihalache" userId="d659269f-90b9-416e-9e51-61ff90d7d1b2" providerId="ADAL" clId="{56A476A1-41CE-4544-949C-F3ADD9A046ED}" dt="2025-10-16T06:33:52.581" v="313" actId="47"/>
          <pc:sldLayoutMkLst>
            <pc:docMk/>
            <pc:sldMasterMk cId="0" sldId="2147483674"/>
            <pc:sldLayoutMk cId="0" sldId="2147483660"/>
          </pc:sldLayoutMkLst>
        </pc:sldLayoutChg>
        <pc:sldLayoutChg chg="add del">
          <pc:chgData name="Georgel Denis Mihalache" userId="d659269f-90b9-416e-9e51-61ff90d7d1b2" providerId="ADAL" clId="{56A476A1-41CE-4544-949C-F3ADD9A046ED}" dt="2025-10-16T06:33:56.325" v="316" actId="47"/>
          <pc:sldLayoutMkLst>
            <pc:docMk/>
            <pc:sldMasterMk cId="0" sldId="2147483674"/>
            <pc:sldLayoutMk cId="0" sldId="2147483661"/>
          </pc:sldLayoutMkLst>
        </pc:sldLayoutChg>
        <pc:sldLayoutChg chg="add del">
          <pc:chgData name="Georgel Denis Mihalache" userId="d659269f-90b9-416e-9e51-61ff90d7d1b2" providerId="ADAL" clId="{56A476A1-41CE-4544-949C-F3ADD9A046ED}" dt="2025-10-16T06:33:50.181" v="311" actId="47"/>
          <pc:sldLayoutMkLst>
            <pc:docMk/>
            <pc:sldMasterMk cId="0" sldId="2147483674"/>
            <pc:sldLayoutMk cId="0" sldId="2147483662"/>
          </pc:sldLayoutMkLst>
        </pc:sldLayoutChg>
        <pc:sldLayoutChg chg="del">
          <pc:chgData name="Georgel Denis Mihalache" userId="d659269f-90b9-416e-9e51-61ff90d7d1b2" providerId="ADAL" clId="{56A476A1-41CE-4544-949C-F3ADD9A046ED}" dt="2025-10-16T06:32:23.521" v="258" actId="47"/>
          <pc:sldLayoutMkLst>
            <pc:docMk/>
            <pc:sldMasterMk cId="0" sldId="2147483674"/>
            <pc:sldLayoutMk cId="0" sldId="2147483665"/>
          </pc:sldLayoutMkLst>
        </pc:sldLayoutChg>
        <pc:sldLayoutChg chg="add del">
          <pc:chgData name="Georgel Denis Mihalache" userId="d659269f-90b9-416e-9e51-61ff90d7d1b2" providerId="ADAL" clId="{56A476A1-41CE-4544-949C-F3ADD9A046ED}" dt="2025-10-16T06:33:48.894" v="310" actId="47"/>
          <pc:sldLayoutMkLst>
            <pc:docMk/>
            <pc:sldMasterMk cId="0" sldId="2147483674"/>
            <pc:sldLayoutMk cId="0" sldId="2147483668"/>
          </pc:sldLayoutMkLst>
        </pc:sldLayoutChg>
      </pc:sldMasterChg>
      <pc:sldMasterChg chg="del delSldLayout">
        <pc:chgData name="Georgel Denis Mihalache" userId="d659269f-90b9-416e-9e51-61ff90d7d1b2" providerId="ADAL" clId="{56A476A1-41CE-4544-949C-F3ADD9A046ED}" dt="2025-10-16T06:34:11.143" v="334" actId="47"/>
        <pc:sldMasterMkLst>
          <pc:docMk/>
          <pc:sldMasterMk cId="0" sldId="2147483675"/>
        </pc:sldMasterMkLst>
        <pc:sldLayoutChg chg="del">
          <pc:chgData name="Georgel Denis Mihalache" userId="d659269f-90b9-416e-9e51-61ff90d7d1b2" providerId="ADAL" clId="{56A476A1-41CE-4544-949C-F3ADD9A046ED}" dt="2025-10-16T06:34:11.143" v="334" actId="47"/>
          <pc:sldLayoutMkLst>
            <pc:docMk/>
            <pc:sldMasterMk cId="0" sldId="2147483675"/>
            <pc:sldLayoutMk cId="0" sldId="2147483672"/>
          </pc:sldLayoutMkLst>
        </pc:sldLayoutChg>
        <pc:sldLayoutChg chg="del">
          <pc:chgData name="Georgel Denis Mihalache" userId="d659269f-90b9-416e-9e51-61ff90d7d1b2" providerId="ADAL" clId="{56A476A1-41CE-4544-949C-F3ADD9A046ED}" dt="2025-10-16T06:34:10.212" v="333" actId="47"/>
          <pc:sldLayoutMkLst>
            <pc:docMk/>
            <pc:sldMasterMk cId="0" sldId="2147483675"/>
            <pc:sldLayoutMk cId="0" sldId="2147483673"/>
          </pc:sldLayoutMkLst>
        </pc:sldLayoutChg>
      </pc:sldMasterChg>
    </pc:docChg>
  </pc:docChgLst>
  <pc:docChgLst>
    <pc:chgData name="Georgel Denis Mihalache" userId="d659269f-90b9-416e-9e51-61ff90d7d1b2" providerId="ADAL" clId="{BAE94221-93EC-4CA7-BB9A-60DA4D7CF40D}"/>
    <pc:docChg chg="undo custSel addSld delSld modSld sldOrd">
      <pc:chgData name="Georgel Denis Mihalache" userId="d659269f-90b9-416e-9e51-61ff90d7d1b2" providerId="ADAL" clId="{BAE94221-93EC-4CA7-BB9A-60DA4D7CF40D}" dt="2025-10-15T13:44:14.698" v="627" actId="1076"/>
      <pc:docMkLst>
        <pc:docMk/>
      </pc:docMkLst>
      <pc:sldChg chg="delSp modSp mod">
        <pc:chgData name="Georgel Denis Mihalache" userId="d659269f-90b9-416e-9e51-61ff90d7d1b2" providerId="ADAL" clId="{BAE94221-93EC-4CA7-BB9A-60DA4D7CF40D}" dt="2025-10-15T12:31:04.673" v="398" actId="1076"/>
        <pc:sldMkLst>
          <pc:docMk/>
          <pc:sldMk cId="0" sldId="256"/>
        </pc:sldMkLst>
        <pc:grpChg chg="mod">
          <ac:chgData name="Georgel Denis Mihalache" userId="d659269f-90b9-416e-9e51-61ff90d7d1b2" providerId="ADAL" clId="{BAE94221-93EC-4CA7-BB9A-60DA4D7CF40D}" dt="2025-10-15T12:31:04.673" v="398" actId="1076"/>
          <ac:grpSpMkLst>
            <pc:docMk/>
            <pc:sldMk cId="0" sldId="256"/>
            <ac:grpSpMk id="442" creationId="{00000000-0000-0000-0000-000000000000}"/>
          </ac:grpSpMkLst>
        </pc:grpChg>
        <pc:grpChg chg="del">
          <ac:chgData name="Georgel Denis Mihalache" userId="d659269f-90b9-416e-9e51-61ff90d7d1b2" providerId="ADAL" clId="{BAE94221-93EC-4CA7-BB9A-60DA4D7CF40D}" dt="2025-10-15T12:31:01.450" v="397" actId="478"/>
          <ac:grpSpMkLst>
            <pc:docMk/>
            <pc:sldMk cId="0" sldId="256"/>
            <ac:grpSpMk id="452" creationId="{00000000-0000-0000-0000-000000000000}"/>
          </ac:grpSpMkLst>
        </pc:grpChg>
      </pc:sldChg>
      <pc:sldChg chg="del">
        <pc:chgData name="Georgel Denis Mihalache" userId="d659269f-90b9-416e-9e51-61ff90d7d1b2" providerId="ADAL" clId="{BAE94221-93EC-4CA7-BB9A-60DA4D7CF40D}" dt="2025-10-15T11:48:34.356" v="19" actId="2696"/>
        <pc:sldMkLst>
          <pc:docMk/>
          <pc:sldMk cId="0" sldId="257"/>
        </pc:sldMkLst>
      </pc:sldChg>
      <pc:sldChg chg="delSp modSp mod">
        <pc:chgData name="Georgel Denis Mihalache" userId="d659269f-90b9-416e-9e51-61ff90d7d1b2" providerId="ADAL" clId="{BAE94221-93EC-4CA7-BB9A-60DA4D7CF40D}" dt="2025-10-15T12:52:59.298" v="537" actId="1076"/>
        <pc:sldMkLst>
          <pc:docMk/>
          <pc:sldMk cId="0" sldId="258"/>
        </pc:sldMkLst>
        <pc:spChg chg="mod">
          <ac:chgData name="Georgel Denis Mihalache" userId="d659269f-90b9-416e-9e51-61ff90d7d1b2" providerId="ADAL" clId="{BAE94221-93EC-4CA7-BB9A-60DA4D7CF40D}" dt="2025-10-15T12:00:50.852" v="177" actId="1076"/>
          <ac:spMkLst>
            <pc:docMk/>
            <pc:sldMk cId="0" sldId="258"/>
            <ac:spMk id="495" creationId="{00000000-0000-0000-0000-000000000000}"/>
          </ac:spMkLst>
        </pc:spChg>
        <pc:spChg chg="mod">
          <ac:chgData name="Georgel Denis Mihalache" userId="d659269f-90b9-416e-9e51-61ff90d7d1b2" providerId="ADAL" clId="{BAE94221-93EC-4CA7-BB9A-60DA4D7CF40D}" dt="2025-10-15T12:52:59.298" v="537" actId="1076"/>
          <ac:spMkLst>
            <pc:docMk/>
            <pc:sldMk cId="0" sldId="258"/>
            <ac:spMk id="496" creationId="{00000000-0000-0000-0000-000000000000}"/>
          </ac:spMkLst>
        </pc:spChg>
        <pc:spChg chg="mod">
          <ac:chgData name="Georgel Denis Mihalache" userId="d659269f-90b9-416e-9e51-61ff90d7d1b2" providerId="ADAL" clId="{BAE94221-93EC-4CA7-BB9A-60DA4D7CF40D}" dt="2025-10-15T12:52:45.530" v="534" actId="1076"/>
          <ac:spMkLst>
            <pc:docMk/>
            <pc:sldMk cId="0" sldId="258"/>
            <ac:spMk id="497" creationId="{00000000-0000-0000-0000-000000000000}"/>
          </ac:spMkLst>
        </pc:spChg>
        <pc:spChg chg="mod">
          <ac:chgData name="Georgel Denis Mihalache" userId="d659269f-90b9-416e-9e51-61ff90d7d1b2" providerId="ADAL" clId="{BAE94221-93EC-4CA7-BB9A-60DA4D7CF40D}" dt="2025-10-15T12:01:59.922" v="225" actId="1076"/>
          <ac:spMkLst>
            <pc:docMk/>
            <pc:sldMk cId="0" sldId="258"/>
            <ac:spMk id="498" creationId="{00000000-0000-0000-0000-000000000000}"/>
          </ac:spMkLst>
        </pc:spChg>
        <pc:spChg chg="mod">
          <ac:chgData name="Georgel Denis Mihalache" userId="d659269f-90b9-416e-9e51-61ff90d7d1b2" providerId="ADAL" clId="{BAE94221-93EC-4CA7-BB9A-60DA4D7CF40D}" dt="2025-10-15T12:00:37.522" v="172" actId="1076"/>
          <ac:spMkLst>
            <pc:docMk/>
            <pc:sldMk cId="0" sldId="258"/>
            <ac:spMk id="499" creationId="{00000000-0000-0000-0000-000000000000}"/>
          </ac:spMkLst>
        </pc:spChg>
        <pc:spChg chg="del mod">
          <ac:chgData name="Georgel Denis Mihalache" userId="d659269f-90b9-416e-9e51-61ff90d7d1b2" providerId="ADAL" clId="{BAE94221-93EC-4CA7-BB9A-60DA4D7CF40D}" dt="2025-10-15T12:52:38.102" v="531" actId="478"/>
          <ac:spMkLst>
            <pc:docMk/>
            <pc:sldMk cId="0" sldId="258"/>
            <ac:spMk id="501" creationId="{00000000-0000-0000-0000-000000000000}"/>
          </ac:spMkLst>
        </pc:spChg>
        <pc:spChg chg="mod">
          <ac:chgData name="Georgel Denis Mihalache" userId="d659269f-90b9-416e-9e51-61ff90d7d1b2" providerId="ADAL" clId="{BAE94221-93EC-4CA7-BB9A-60DA4D7CF40D}" dt="2025-10-15T12:02:07.897" v="226" actId="1076"/>
          <ac:spMkLst>
            <pc:docMk/>
            <pc:sldMk cId="0" sldId="258"/>
            <ac:spMk id="502" creationId="{00000000-0000-0000-0000-000000000000}"/>
          </ac:spMkLst>
        </pc:spChg>
        <pc:spChg chg="mod">
          <ac:chgData name="Georgel Denis Mihalache" userId="d659269f-90b9-416e-9e51-61ff90d7d1b2" providerId="ADAL" clId="{BAE94221-93EC-4CA7-BB9A-60DA4D7CF40D}" dt="2025-10-15T12:52:56.707" v="536" actId="1076"/>
          <ac:spMkLst>
            <pc:docMk/>
            <pc:sldMk cId="0" sldId="258"/>
            <ac:spMk id="503" creationId="{00000000-0000-0000-0000-000000000000}"/>
          </ac:spMkLst>
        </pc:spChg>
        <pc:spChg chg="mod">
          <ac:chgData name="Georgel Denis Mihalache" userId="d659269f-90b9-416e-9e51-61ff90d7d1b2" providerId="ADAL" clId="{BAE94221-93EC-4CA7-BB9A-60DA4D7CF40D}" dt="2025-10-15T11:56:51.579" v="135" actId="255"/>
          <ac:spMkLst>
            <pc:docMk/>
            <pc:sldMk cId="0" sldId="258"/>
            <ac:spMk id="505" creationId="{00000000-0000-0000-0000-000000000000}"/>
          </ac:spMkLst>
        </pc:spChg>
        <pc:spChg chg="mod">
          <ac:chgData name="Georgel Denis Mihalache" userId="d659269f-90b9-416e-9e51-61ff90d7d1b2" providerId="ADAL" clId="{BAE94221-93EC-4CA7-BB9A-60DA4D7CF40D}" dt="2025-10-15T11:56:24.453" v="131" actId="1076"/>
          <ac:spMkLst>
            <pc:docMk/>
            <pc:sldMk cId="0" sldId="258"/>
            <ac:spMk id="506" creationId="{00000000-0000-0000-0000-000000000000}"/>
          </ac:spMkLst>
        </pc:spChg>
        <pc:spChg chg="mod">
          <ac:chgData name="Georgel Denis Mihalache" userId="d659269f-90b9-416e-9e51-61ff90d7d1b2" providerId="ADAL" clId="{BAE94221-93EC-4CA7-BB9A-60DA4D7CF40D}" dt="2025-10-15T12:01:46.961" v="224" actId="20577"/>
          <ac:spMkLst>
            <pc:docMk/>
            <pc:sldMk cId="0" sldId="258"/>
            <ac:spMk id="507" creationId="{00000000-0000-0000-0000-000000000000}"/>
          </ac:spMkLst>
        </pc:spChg>
        <pc:grpChg chg="mod">
          <ac:chgData name="Georgel Denis Mihalache" userId="d659269f-90b9-416e-9e51-61ff90d7d1b2" providerId="ADAL" clId="{BAE94221-93EC-4CA7-BB9A-60DA4D7CF40D}" dt="2025-10-15T12:00:46.221" v="176" actId="1076"/>
          <ac:grpSpMkLst>
            <pc:docMk/>
            <pc:sldMk cId="0" sldId="258"/>
            <ac:grpSpMk id="487" creationId="{00000000-0000-0000-0000-000000000000}"/>
          </ac:grpSpMkLst>
        </pc:grpChg>
        <pc:grpChg chg="mod">
          <ac:chgData name="Georgel Denis Mihalache" userId="d659269f-90b9-416e-9e51-61ff90d7d1b2" providerId="ADAL" clId="{BAE94221-93EC-4CA7-BB9A-60DA4D7CF40D}" dt="2025-10-15T12:52:41.279" v="533" actId="1076"/>
          <ac:grpSpMkLst>
            <pc:docMk/>
            <pc:sldMk cId="0" sldId="258"/>
            <ac:grpSpMk id="491" creationId="{00000000-0000-0000-0000-000000000000}"/>
          </ac:grpSpMkLst>
        </pc:grpChg>
      </pc:sldChg>
      <pc:sldChg chg="addSp delSp modSp mod">
        <pc:chgData name="Georgel Denis Mihalache" userId="d659269f-90b9-416e-9e51-61ff90d7d1b2" providerId="ADAL" clId="{BAE94221-93EC-4CA7-BB9A-60DA4D7CF40D}" dt="2025-10-15T12:17:47.508" v="353" actId="114"/>
        <pc:sldMkLst>
          <pc:docMk/>
          <pc:sldMk cId="0" sldId="259"/>
        </pc:sldMkLst>
        <pc:spChg chg="add mod">
          <ac:chgData name="Georgel Denis Mihalache" userId="d659269f-90b9-416e-9e51-61ff90d7d1b2" providerId="ADAL" clId="{BAE94221-93EC-4CA7-BB9A-60DA4D7CF40D}" dt="2025-10-15T07:42:38.163" v="13"/>
          <ac:spMkLst>
            <pc:docMk/>
            <pc:sldMk cId="0" sldId="259"/>
            <ac:spMk id="2" creationId="{D732A5CE-9498-2383-D00C-CAE0D0D2DF45}"/>
          </ac:spMkLst>
        </pc:spChg>
        <pc:spChg chg="mod">
          <ac:chgData name="Georgel Denis Mihalache" userId="d659269f-90b9-416e-9e51-61ff90d7d1b2" providerId="ADAL" clId="{BAE94221-93EC-4CA7-BB9A-60DA4D7CF40D}" dt="2025-10-15T12:02:56.975" v="230" actId="255"/>
          <ac:spMkLst>
            <pc:docMk/>
            <pc:sldMk cId="0" sldId="259"/>
            <ac:spMk id="546" creationId="{00000000-0000-0000-0000-000000000000}"/>
          </ac:spMkLst>
        </pc:spChg>
        <pc:spChg chg="add del mod">
          <ac:chgData name="Georgel Denis Mihalache" userId="d659269f-90b9-416e-9e51-61ff90d7d1b2" providerId="ADAL" clId="{BAE94221-93EC-4CA7-BB9A-60DA4D7CF40D}" dt="2025-10-15T12:17:47.508" v="353" actId="114"/>
          <ac:spMkLst>
            <pc:docMk/>
            <pc:sldMk cId="0" sldId="259"/>
            <ac:spMk id="551" creationId="{00000000-0000-0000-0000-000000000000}"/>
          </ac:spMkLst>
        </pc:spChg>
      </pc:sldChg>
      <pc:sldChg chg="addSp delSp modSp mod">
        <pc:chgData name="Georgel Denis Mihalache" userId="d659269f-90b9-416e-9e51-61ff90d7d1b2" providerId="ADAL" clId="{BAE94221-93EC-4CA7-BB9A-60DA4D7CF40D}" dt="2025-10-15T12:46:58.998" v="514" actId="113"/>
        <pc:sldMkLst>
          <pc:docMk/>
          <pc:sldMk cId="0" sldId="260"/>
        </pc:sldMkLst>
        <pc:spChg chg="add del mod">
          <ac:chgData name="Georgel Denis Mihalache" userId="d659269f-90b9-416e-9e51-61ff90d7d1b2" providerId="ADAL" clId="{BAE94221-93EC-4CA7-BB9A-60DA4D7CF40D}" dt="2025-10-15T12:08:54.415" v="238" actId="478"/>
          <ac:spMkLst>
            <pc:docMk/>
            <pc:sldMk cId="0" sldId="260"/>
            <ac:spMk id="3" creationId="{97426FA5-DD46-B047-EB90-935F06E2875E}"/>
          </ac:spMkLst>
        </pc:spChg>
        <pc:spChg chg="add mod">
          <ac:chgData name="Georgel Denis Mihalache" userId="d659269f-90b9-416e-9e51-61ff90d7d1b2" providerId="ADAL" clId="{BAE94221-93EC-4CA7-BB9A-60DA4D7CF40D}" dt="2025-10-15T12:44:49.220" v="509" actId="1076"/>
          <ac:spMkLst>
            <pc:docMk/>
            <pc:sldMk cId="0" sldId="260"/>
            <ac:spMk id="5" creationId="{61ACE298-B40C-92F2-0A93-2F74F166D65E}"/>
          </ac:spMkLst>
        </pc:spChg>
        <pc:spChg chg="del">
          <ac:chgData name="Georgel Denis Mihalache" userId="d659269f-90b9-416e-9e51-61ff90d7d1b2" providerId="ADAL" clId="{BAE94221-93EC-4CA7-BB9A-60DA4D7CF40D}" dt="2025-10-15T12:08:52.084" v="237" actId="478"/>
          <ac:spMkLst>
            <pc:docMk/>
            <pc:sldMk cId="0" sldId="260"/>
            <ac:spMk id="575" creationId="{00000000-0000-0000-0000-000000000000}"/>
          </ac:spMkLst>
        </pc:spChg>
        <pc:spChg chg="mod">
          <ac:chgData name="Georgel Denis Mihalache" userId="d659269f-90b9-416e-9e51-61ff90d7d1b2" providerId="ADAL" clId="{BAE94221-93EC-4CA7-BB9A-60DA4D7CF40D}" dt="2025-10-15T12:46:58.998" v="514" actId="113"/>
          <ac:spMkLst>
            <pc:docMk/>
            <pc:sldMk cId="0" sldId="260"/>
            <ac:spMk id="576" creationId="{00000000-0000-0000-0000-000000000000}"/>
          </ac:spMkLst>
        </pc:spChg>
        <pc:spChg chg="del">
          <ac:chgData name="Georgel Denis Mihalache" userId="d659269f-90b9-416e-9e51-61ff90d7d1b2" providerId="ADAL" clId="{BAE94221-93EC-4CA7-BB9A-60DA4D7CF40D}" dt="2025-10-15T12:05:29.081" v="234" actId="478"/>
          <ac:spMkLst>
            <pc:docMk/>
            <pc:sldMk cId="0" sldId="260"/>
            <ac:spMk id="590" creationId="{00000000-0000-0000-0000-000000000000}"/>
          </ac:spMkLst>
        </pc:spChg>
        <pc:spChg chg="del">
          <ac:chgData name="Georgel Denis Mihalache" userId="d659269f-90b9-416e-9e51-61ff90d7d1b2" providerId="ADAL" clId="{BAE94221-93EC-4CA7-BB9A-60DA4D7CF40D}" dt="2025-10-15T12:05:30.222" v="235" actId="478"/>
          <ac:spMkLst>
            <pc:docMk/>
            <pc:sldMk cId="0" sldId="260"/>
            <ac:spMk id="591" creationId="{00000000-0000-0000-0000-000000000000}"/>
          </ac:spMkLst>
        </pc:spChg>
        <pc:grpChg chg="del">
          <ac:chgData name="Georgel Denis Mihalache" userId="d659269f-90b9-416e-9e51-61ff90d7d1b2" providerId="ADAL" clId="{BAE94221-93EC-4CA7-BB9A-60DA4D7CF40D}" dt="2025-10-15T12:05:33.144" v="236" actId="478"/>
          <ac:grpSpMkLst>
            <pc:docMk/>
            <pc:sldMk cId="0" sldId="260"/>
            <ac:grpSpMk id="565" creationId="{00000000-0000-0000-0000-000000000000}"/>
          </ac:grpSpMkLst>
        </pc:grpChg>
      </pc:sldChg>
      <pc:sldChg chg="addSp delSp modSp mod ord">
        <pc:chgData name="Georgel Denis Mihalache" userId="d659269f-90b9-416e-9e51-61ff90d7d1b2" providerId="ADAL" clId="{BAE94221-93EC-4CA7-BB9A-60DA4D7CF40D}" dt="2025-10-15T12:20:23.111" v="376" actId="14100"/>
        <pc:sldMkLst>
          <pc:docMk/>
          <pc:sldMk cId="0" sldId="262"/>
        </pc:sldMkLst>
        <pc:spChg chg="add mod">
          <ac:chgData name="Georgel Denis Mihalache" userId="d659269f-90b9-416e-9e51-61ff90d7d1b2" providerId="ADAL" clId="{BAE94221-93EC-4CA7-BB9A-60DA4D7CF40D}" dt="2025-10-15T12:17:57.492" v="356" actId="20577"/>
          <ac:spMkLst>
            <pc:docMk/>
            <pc:sldMk cId="0" sldId="262"/>
            <ac:spMk id="3" creationId="{5BEEB489-4938-C83A-27D9-17313FEE197A}"/>
          </ac:spMkLst>
        </pc:spChg>
        <pc:spChg chg="add del mod">
          <ac:chgData name="Georgel Denis Mihalache" userId="d659269f-90b9-416e-9e51-61ff90d7d1b2" providerId="ADAL" clId="{BAE94221-93EC-4CA7-BB9A-60DA4D7CF40D}" dt="2025-10-15T12:09:55.645" v="258" actId="478"/>
          <ac:spMkLst>
            <pc:docMk/>
            <pc:sldMk cId="0" sldId="262"/>
            <ac:spMk id="5" creationId="{7083CB89-6BB2-3545-E5FC-73E33F16EACA}"/>
          </ac:spMkLst>
        </pc:spChg>
        <pc:spChg chg="add del mod">
          <ac:chgData name="Georgel Denis Mihalache" userId="d659269f-90b9-416e-9e51-61ff90d7d1b2" providerId="ADAL" clId="{BAE94221-93EC-4CA7-BB9A-60DA4D7CF40D}" dt="2025-10-15T12:09:58.349" v="262" actId="478"/>
          <ac:spMkLst>
            <pc:docMk/>
            <pc:sldMk cId="0" sldId="262"/>
            <ac:spMk id="7" creationId="{5F6FB64F-C876-6E08-981B-216727A40662}"/>
          </ac:spMkLst>
        </pc:spChg>
        <pc:spChg chg="add del mod">
          <ac:chgData name="Georgel Denis Mihalache" userId="d659269f-90b9-416e-9e51-61ff90d7d1b2" providerId="ADAL" clId="{BAE94221-93EC-4CA7-BB9A-60DA4D7CF40D}" dt="2025-10-15T12:10:32.247" v="270" actId="478"/>
          <ac:spMkLst>
            <pc:docMk/>
            <pc:sldMk cId="0" sldId="262"/>
            <ac:spMk id="9" creationId="{3E21FB50-72BA-2B29-5A69-09ACCC759FEE}"/>
          </ac:spMkLst>
        </pc:spChg>
        <pc:spChg chg="add mod">
          <ac:chgData name="Georgel Denis Mihalache" userId="d659269f-90b9-416e-9e51-61ff90d7d1b2" providerId="ADAL" clId="{BAE94221-93EC-4CA7-BB9A-60DA4D7CF40D}" dt="2025-10-15T12:11:36.474" v="308" actId="1076"/>
          <ac:spMkLst>
            <pc:docMk/>
            <pc:sldMk cId="0" sldId="262"/>
            <ac:spMk id="11" creationId="{391799BA-DD62-0F45-D30C-DE5493FF677B}"/>
          </ac:spMkLst>
        </pc:spChg>
        <pc:spChg chg="add del mod">
          <ac:chgData name="Georgel Denis Mihalache" userId="d659269f-90b9-416e-9e51-61ff90d7d1b2" providerId="ADAL" clId="{BAE94221-93EC-4CA7-BB9A-60DA4D7CF40D}" dt="2025-10-15T12:12:37.725" v="321" actId="478"/>
          <ac:spMkLst>
            <pc:docMk/>
            <pc:sldMk cId="0" sldId="262"/>
            <ac:spMk id="13" creationId="{F46157D2-BEED-A395-DCE2-BC665A708740}"/>
          </ac:spMkLst>
        </pc:spChg>
        <pc:spChg chg="add del mod">
          <ac:chgData name="Georgel Denis Mihalache" userId="d659269f-90b9-416e-9e51-61ff90d7d1b2" providerId="ADAL" clId="{BAE94221-93EC-4CA7-BB9A-60DA4D7CF40D}" dt="2025-10-15T12:14:49.789" v="339" actId="478"/>
          <ac:spMkLst>
            <pc:docMk/>
            <pc:sldMk cId="0" sldId="262"/>
            <ac:spMk id="15" creationId="{91DCFD38-5972-7DAD-92F9-40BF95FB2653}"/>
          </ac:spMkLst>
        </pc:spChg>
        <pc:spChg chg="del mod">
          <ac:chgData name="Georgel Denis Mihalache" userId="d659269f-90b9-416e-9e51-61ff90d7d1b2" providerId="ADAL" clId="{BAE94221-93EC-4CA7-BB9A-60DA4D7CF40D}" dt="2025-10-15T12:12:35.709" v="320" actId="478"/>
          <ac:spMkLst>
            <pc:docMk/>
            <pc:sldMk cId="0" sldId="262"/>
            <ac:spMk id="660" creationId="{00000000-0000-0000-0000-000000000000}"/>
          </ac:spMkLst>
        </pc:spChg>
        <pc:spChg chg="del mod">
          <ac:chgData name="Georgel Denis Mihalache" userId="d659269f-90b9-416e-9e51-61ff90d7d1b2" providerId="ADAL" clId="{BAE94221-93EC-4CA7-BB9A-60DA4D7CF40D}" dt="2025-10-15T12:09:52.304" v="257" actId="478"/>
          <ac:spMkLst>
            <pc:docMk/>
            <pc:sldMk cId="0" sldId="262"/>
            <ac:spMk id="661" creationId="{00000000-0000-0000-0000-000000000000}"/>
          </ac:spMkLst>
        </pc:spChg>
        <pc:spChg chg="del mod">
          <ac:chgData name="Georgel Denis Mihalache" userId="d659269f-90b9-416e-9e51-61ff90d7d1b2" providerId="ADAL" clId="{BAE94221-93EC-4CA7-BB9A-60DA4D7CF40D}" dt="2025-10-15T12:14:48.199" v="338" actId="478"/>
          <ac:spMkLst>
            <pc:docMk/>
            <pc:sldMk cId="0" sldId="262"/>
            <ac:spMk id="662" creationId="{00000000-0000-0000-0000-000000000000}"/>
          </ac:spMkLst>
        </pc:spChg>
        <pc:spChg chg="del mod">
          <ac:chgData name="Georgel Denis Mihalache" userId="d659269f-90b9-416e-9e51-61ff90d7d1b2" providerId="ADAL" clId="{BAE94221-93EC-4CA7-BB9A-60DA4D7CF40D}" dt="2025-10-15T12:09:35.428" v="240" actId="478"/>
          <ac:spMkLst>
            <pc:docMk/>
            <pc:sldMk cId="0" sldId="262"/>
            <ac:spMk id="663" creationId="{00000000-0000-0000-0000-000000000000}"/>
          </ac:spMkLst>
        </pc:spChg>
        <pc:spChg chg="mod">
          <ac:chgData name="Georgel Denis Mihalache" userId="d659269f-90b9-416e-9e51-61ff90d7d1b2" providerId="ADAL" clId="{BAE94221-93EC-4CA7-BB9A-60DA4D7CF40D}" dt="2025-10-15T12:19:09.307" v="363" actId="20577"/>
          <ac:spMkLst>
            <pc:docMk/>
            <pc:sldMk cId="0" sldId="262"/>
            <ac:spMk id="664" creationId="{00000000-0000-0000-0000-000000000000}"/>
          </ac:spMkLst>
        </pc:spChg>
        <pc:spChg chg="del mod">
          <ac:chgData name="Georgel Denis Mihalache" userId="d659269f-90b9-416e-9e51-61ff90d7d1b2" providerId="ADAL" clId="{BAE94221-93EC-4CA7-BB9A-60DA4D7CF40D}" dt="2025-10-15T12:09:57.618" v="261" actId="478"/>
          <ac:spMkLst>
            <pc:docMk/>
            <pc:sldMk cId="0" sldId="262"/>
            <ac:spMk id="665" creationId="{00000000-0000-0000-0000-000000000000}"/>
          </ac:spMkLst>
        </pc:spChg>
        <pc:spChg chg="mod">
          <ac:chgData name="Georgel Denis Mihalache" userId="d659269f-90b9-416e-9e51-61ff90d7d1b2" providerId="ADAL" clId="{BAE94221-93EC-4CA7-BB9A-60DA4D7CF40D}" dt="2025-10-15T12:20:23.111" v="376" actId="14100"/>
          <ac:spMkLst>
            <pc:docMk/>
            <pc:sldMk cId="0" sldId="262"/>
            <ac:spMk id="666" creationId="{00000000-0000-0000-0000-000000000000}"/>
          </ac:spMkLst>
        </pc:spChg>
        <pc:spChg chg="mod">
          <ac:chgData name="Georgel Denis Mihalache" userId="d659269f-90b9-416e-9e51-61ff90d7d1b2" providerId="ADAL" clId="{BAE94221-93EC-4CA7-BB9A-60DA4D7CF40D}" dt="2025-10-15T12:11:25.022" v="307" actId="1076"/>
          <ac:spMkLst>
            <pc:docMk/>
            <pc:sldMk cId="0" sldId="262"/>
            <ac:spMk id="673" creationId="{00000000-0000-0000-0000-000000000000}"/>
          </ac:spMkLst>
        </pc:spChg>
        <pc:spChg chg="mod">
          <ac:chgData name="Georgel Denis Mihalache" userId="d659269f-90b9-416e-9e51-61ff90d7d1b2" providerId="ADAL" clId="{BAE94221-93EC-4CA7-BB9A-60DA4D7CF40D}" dt="2025-10-15T12:11:22.365" v="306" actId="1076"/>
          <ac:spMkLst>
            <pc:docMk/>
            <pc:sldMk cId="0" sldId="262"/>
            <ac:spMk id="674" creationId="{00000000-0000-0000-0000-000000000000}"/>
          </ac:spMkLst>
        </pc:spChg>
        <pc:grpChg chg="mod">
          <ac:chgData name="Georgel Denis Mihalache" userId="d659269f-90b9-416e-9e51-61ff90d7d1b2" providerId="ADAL" clId="{BAE94221-93EC-4CA7-BB9A-60DA4D7CF40D}" dt="2025-10-15T12:14:53.313" v="341" actId="1076"/>
          <ac:grpSpMkLst>
            <pc:docMk/>
            <pc:sldMk cId="0" sldId="262"/>
            <ac:grpSpMk id="645" creationId="{00000000-0000-0000-0000-000000000000}"/>
          </ac:grpSpMkLst>
        </pc:grpChg>
        <pc:grpChg chg="del">
          <ac:chgData name="Georgel Denis Mihalache" userId="d659269f-90b9-416e-9e51-61ff90d7d1b2" providerId="ADAL" clId="{BAE94221-93EC-4CA7-BB9A-60DA4D7CF40D}" dt="2025-10-15T12:09:50.115" v="254" actId="478"/>
          <ac:grpSpMkLst>
            <pc:docMk/>
            <pc:sldMk cId="0" sldId="262"/>
            <ac:grpSpMk id="650" creationId="{00000000-0000-0000-0000-000000000000}"/>
          </ac:grpSpMkLst>
        </pc:grpChg>
        <pc:grpChg chg="mod">
          <ac:chgData name="Georgel Denis Mihalache" userId="d659269f-90b9-416e-9e51-61ff90d7d1b2" providerId="ADAL" clId="{BAE94221-93EC-4CA7-BB9A-60DA4D7CF40D}" dt="2025-10-15T12:12:21.537" v="315" actId="1076"/>
          <ac:grpSpMkLst>
            <pc:docMk/>
            <pc:sldMk cId="0" sldId="262"/>
            <ac:grpSpMk id="655" creationId="{00000000-0000-0000-0000-000000000000}"/>
          </ac:grpSpMkLst>
        </pc:grpChg>
        <pc:grpChg chg="del mod">
          <ac:chgData name="Georgel Denis Mihalache" userId="d659269f-90b9-416e-9e51-61ff90d7d1b2" providerId="ADAL" clId="{BAE94221-93EC-4CA7-BB9A-60DA4D7CF40D}" dt="2025-10-15T12:14:44.927" v="336" actId="478"/>
          <ac:grpSpMkLst>
            <pc:docMk/>
            <pc:sldMk cId="0" sldId="262"/>
            <ac:grpSpMk id="667" creationId="{00000000-0000-0000-0000-000000000000}"/>
          </ac:grpSpMkLst>
        </pc:grpChg>
        <pc:grpChg chg="del">
          <ac:chgData name="Georgel Denis Mihalache" userId="d659269f-90b9-416e-9e51-61ff90d7d1b2" providerId="ADAL" clId="{BAE94221-93EC-4CA7-BB9A-60DA4D7CF40D}" dt="2025-10-15T12:09:50.709" v="255" actId="478"/>
          <ac:grpSpMkLst>
            <pc:docMk/>
            <pc:sldMk cId="0" sldId="262"/>
            <ac:grpSpMk id="670" creationId="{00000000-0000-0000-0000-000000000000}"/>
          </ac:grpSpMkLst>
        </pc:grpChg>
        <pc:grpChg chg="del mod">
          <ac:chgData name="Georgel Denis Mihalache" userId="d659269f-90b9-416e-9e51-61ff90d7d1b2" providerId="ADAL" clId="{BAE94221-93EC-4CA7-BB9A-60DA4D7CF40D}" dt="2025-10-15T12:12:33.978" v="318" actId="478"/>
          <ac:grpSpMkLst>
            <pc:docMk/>
            <pc:sldMk cId="0" sldId="262"/>
            <ac:grpSpMk id="676" creationId="{00000000-0000-0000-0000-000000000000}"/>
          </ac:grpSpMkLst>
        </pc:grpChg>
      </pc:sldChg>
      <pc:sldChg chg="delSp modSp mod">
        <pc:chgData name="Georgel Denis Mihalache" userId="d659269f-90b9-416e-9e51-61ff90d7d1b2" providerId="ADAL" clId="{BAE94221-93EC-4CA7-BB9A-60DA4D7CF40D}" dt="2025-10-15T12:32:21.881" v="402" actId="478"/>
        <pc:sldMkLst>
          <pc:docMk/>
          <pc:sldMk cId="0" sldId="263"/>
        </pc:sldMkLst>
        <pc:spChg chg="del mod">
          <ac:chgData name="Georgel Denis Mihalache" userId="d659269f-90b9-416e-9e51-61ff90d7d1b2" providerId="ADAL" clId="{BAE94221-93EC-4CA7-BB9A-60DA4D7CF40D}" dt="2025-10-15T12:32:20.091" v="401" actId="478"/>
          <ac:spMkLst>
            <pc:docMk/>
            <pc:sldMk cId="0" sldId="263"/>
            <ac:spMk id="700" creationId="{00000000-0000-0000-0000-000000000000}"/>
          </ac:spMkLst>
        </pc:spChg>
        <pc:spChg chg="del">
          <ac:chgData name="Georgel Denis Mihalache" userId="d659269f-90b9-416e-9e51-61ff90d7d1b2" providerId="ADAL" clId="{BAE94221-93EC-4CA7-BB9A-60DA4D7CF40D}" dt="2025-10-15T12:32:21.881" v="402" actId="478"/>
          <ac:spMkLst>
            <pc:docMk/>
            <pc:sldMk cId="0" sldId="263"/>
            <ac:spMk id="701" creationId="{00000000-0000-0000-0000-000000000000}"/>
          </ac:spMkLst>
        </pc:spChg>
        <pc:cxnChg chg="del mod">
          <ac:chgData name="Georgel Denis Mihalache" userId="d659269f-90b9-416e-9e51-61ff90d7d1b2" providerId="ADAL" clId="{BAE94221-93EC-4CA7-BB9A-60DA4D7CF40D}" dt="2025-10-15T12:32:17.590" v="399" actId="478"/>
          <ac:cxnSpMkLst>
            <pc:docMk/>
            <pc:sldMk cId="0" sldId="263"/>
            <ac:cxnSpMk id="704" creationId="{00000000-0000-0000-0000-000000000000}"/>
          </ac:cxnSpMkLst>
        </pc:cxnChg>
      </pc:sldChg>
      <pc:sldChg chg="addSp delSp modSp mod">
        <pc:chgData name="Georgel Denis Mihalache" userId="d659269f-90b9-416e-9e51-61ff90d7d1b2" providerId="ADAL" clId="{BAE94221-93EC-4CA7-BB9A-60DA4D7CF40D}" dt="2025-10-15T13:20:23.740" v="540" actId="20577"/>
        <pc:sldMkLst>
          <pc:docMk/>
          <pc:sldMk cId="0" sldId="264"/>
        </pc:sldMkLst>
        <pc:spChg chg="mod">
          <ac:chgData name="Georgel Denis Mihalache" userId="d659269f-90b9-416e-9e51-61ff90d7d1b2" providerId="ADAL" clId="{BAE94221-93EC-4CA7-BB9A-60DA4D7CF40D}" dt="2025-10-15T13:20:23.740" v="540" actId="20577"/>
          <ac:spMkLst>
            <pc:docMk/>
            <pc:sldMk cId="0" sldId="264"/>
            <ac:spMk id="734" creationId="{00000000-0000-0000-0000-000000000000}"/>
          </ac:spMkLst>
        </pc:spChg>
        <pc:grpChg chg="add del">
          <ac:chgData name="Georgel Denis Mihalache" userId="d659269f-90b9-416e-9e51-61ff90d7d1b2" providerId="ADAL" clId="{BAE94221-93EC-4CA7-BB9A-60DA4D7CF40D}" dt="2025-10-15T12:34:37.171" v="410" actId="478"/>
          <ac:grpSpMkLst>
            <pc:docMk/>
            <pc:sldMk cId="0" sldId="264"/>
            <ac:grpSpMk id="718" creationId="{00000000-0000-0000-0000-000000000000}"/>
          </ac:grpSpMkLst>
        </pc:grpChg>
      </pc:sldChg>
      <pc:sldChg chg="modSp mod">
        <pc:chgData name="Georgel Denis Mihalache" userId="d659269f-90b9-416e-9e51-61ff90d7d1b2" providerId="ADAL" clId="{BAE94221-93EC-4CA7-BB9A-60DA4D7CF40D}" dt="2025-10-15T12:33:05.306" v="408" actId="20577"/>
        <pc:sldMkLst>
          <pc:docMk/>
          <pc:sldMk cId="0" sldId="265"/>
        </pc:sldMkLst>
        <pc:spChg chg="mod">
          <ac:chgData name="Georgel Denis Mihalache" userId="d659269f-90b9-416e-9e51-61ff90d7d1b2" providerId="ADAL" clId="{BAE94221-93EC-4CA7-BB9A-60DA4D7CF40D}" dt="2025-10-15T12:33:05.306" v="408" actId="20577"/>
          <ac:spMkLst>
            <pc:docMk/>
            <pc:sldMk cId="0" sldId="265"/>
            <ac:spMk id="767" creationId="{00000000-0000-0000-0000-000000000000}"/>
          </ac:spMkLst>
        </pc:spChg>
      </pc:sldChg>
      <pc:sldChg chg="addSp delSp modSp add mod">
        <pc:chgData name="Georgel Denis Mihalache" userId="d659269f-90b9-416e-9e51-61ff90d7d1b2" providerId="ADAL" clId="{BAE94221-93EC-4CA7-BB9A-60DA4D7CF40D}" dt="2025-10-15T12:25:25.091" v="396" actId="1076"/>
        <pc:sldMkLst>
          <pc:docMk/>
          <pc:sldMk cId="1503256124" sldId="300"/>
        </pc:sldMkLst>
        <pc:spChg chg="mod">
          <ac:chgData name="Georgel Denis Mihalache" userId="d659269f-90b9-416e-9e51-61ff90d7d1b2" providerId="ADAL" clId="{BAE94221-93EC-4CA7-BB9A-60DA4D7CF40D}" dt="2025-10-15T12:24:47.506" v="389"/>
          <ac:spMkLst>
            <pc:docMk/>
            <pc:sldMk cId="1503256124" sldId="300"/>
            <ac:spMk id="3" creationId="{C93F84E7-821E-BAE2-CEF6-ED71D0FCE78A}"/>
          </ac:spMkLst>
        </pc:spChg>
        <pc:spChg chg="mod">
          <ac:chgData name="Georgel Denis Mihalache" userId="d659269f-90b9-416e-9e51-61ff90d7d1b2" providerId="ADAL" clId="{BAE94221-93EC-4CA7-BB9A-60DA4D7CF40D}" dt="2025-10-15T12:24:47.506" v="389"/>
          <ac:spMkLst>
            <pc:docMk/>
            <pc:sldMk cId="1503256124" sldId="300"/>
            <ac:spMk id="4" creationId="{259F0DF0-9898-021D-45E3-9785C7668995}"/>
          </ac:spMkLst>
        </pc:spChg>
        <pc:spChg chg="mod">
          <ac:chgData name="Georgel Denis Mihalache" userId="d659269f-90b9-416e-9e51-61ff90d7d1b2" providerId="ADAL" clId="{BAE94221-93EC-4CA7-BB9A-60DA4D7CF40D}" dt="2025-10-15T12:24:47.506" v="389"/>
          <ac:spMkLst>
            <pc:docMk/>
            <pc:sldMk cId="1503256124" sldId="300"/>
            <ac:spMk id="5" creationId="{C499BC22-7D6E-5704-F92C-54EDFD6127A3}"/>
          </ac:spMkLst>
        </pc:spChg>
        <pc:spChg chg="mod">
          <ac:chgData name="Georgel Denis Mihalache" userId="d659269f-90b9-416e-9e51-61ff90d7d1b2" providerId="ADAL" clId="{BAE94221-93EC-4CA7-BB9A-60DA4D7CF40D}" dt="2025-10-15T12:24:47.506" v="389"/>
          <ac:spMkLst>
            <pc:docMk/>
            <pc:sldMk cId="1503256124" sldId="300"/>
            <ac:spMk id="7" creationId="{E1E7929A-5F77-9EC5-E98D-23FACC7D90BA}"/>
          </ac:spMkLst>
        </pc:spChg>
        <pc:spChg chg="mod">
          <ac:chgData name="Georgel Denis Mihalache" userId="d659269f-90b9-416e-9e51-61ff90d7d1b2" providerId="ADAL" clId="{BAE94221-93EC-4CA7-BB9A-60DA4D7CF40D}" dt="2025-10-15T12:24:47.506" v="389"/>
          <ac:spMkLst>
            <pc:docMk/>
            <pc:sldMk cId="1503256124" sldId="300"/>
            <ac:spMk id="8" creationId="{2FB4D69C-CFD6-1CEE-3A13-DDDB8F6C8D39}"/>
          </ac:spMkLst>
        </pc:spChg>
        <pc:spChg chg="mod">
          <ac:chgData name="Georgel Denis Mihalache" userId="d659269f-90b9-416e-9e51-61ff90d7d1b2" providerId="ADAL" clId="{BAE94221-93EC-4CA7-BB9A-60DA4D7CF40D}" dt="2025-10-15T12:25:12.282" v="392"/>
          <ac:spMkLst>
            <pc:docMk/>
            <pc:sldMk cId="1503256124" sldId="300"/>
            <ac:spMk id="10" creationId="{CAE8CCF0-5FE5-736F-78D8-13FDCDE1A719}"/>
          </ac:spMkLst>
        </pc:spChg>
        <pc:spChg chg="mod">
          <ac:chgData name="Georgel Denis Mihalache" userId="d659269f-90b9-416e-9e51-61ff90d7d1b2" providerId="ADAL" clId="{BAE94221-93EC-4CA7-BB9A-60DA4D7CF40D}" dt="2025-10-15T12:25:12.282" v="392"/>
          <ac:spMkLst>
            <pc:docMk/>
            <pc:sldMk cId="1503256124" sldId="300"/>
            <ac:spMk id="11" creationId="{F218E4AB-4423-95C6-626C-1CBC13EDA9E3}"/>
          </ac:spMkLst>
        </pc:spChg>
        <pc:spChg chg="mod">
          <ac:chgData name="Georgel Denis Mihalache" userId="d659269f-90b9-416e-9e51-61ff90d7d1b2" providerId="ADAL" clId="{BAE94221-93EC-4CA7-BB9A-60DA4D7CF40D}" dt="2025-10-15T12:25:12.282" v="392"/>
          <ac:spMkLst>
            <pc:docMk/>
            <pc:sldMk cId="1503256124" sldId="300"/>
            <ac:spMk id="12" creationId="{5381EAB9-AE96-4B2D-CE80-1F1C33B8521D}"/>
          </ac:spMkLst>
        </pc:spChg>
        <pc:spChg chg="mod">
          <ac:chgData name="Georgel Denis Mihalache" userId="d659269f-90b9-416e-9e51-61ff90d7d1b2" providerId="ADAL" clId="{BAE94221-93EC-4CA7-BB9A-60DA4D7CF40D}" dt="2025-10-15T12:25:12.282" v="392"/>
          <ac:spMkLst>
            <pc:docMk/>
            <pc:sldMk cId="1503256124" sldId="300"/>
            <ac:spMk id="13" creationId="{C16FD551-BD88-5330-7BFD-D46B32235716}"/>
          </ac:spMkLst>
        </pc:spChg>
        <pc:spChg chg="mod">
          <ac:chgData name="Georgel Denis Mihalache" userId="d659269f-90b9-416e-9e51-61ff90d7d1b2" providerId="ADAL" clId="{BAE94221-93EC-4CA7-BB9A-60DA4D7CF40D}" dt="2025-10-15T12:25:12.282" v="392"/>
          <ac:spMkLst>
            <pc:docMk/>
            <pc:sldMk cId="1503256124" sldId="300"/>
            <ac:spMk id="14" creationId="{DF90E545-80EC-AC3C-EB55-FE518581F68A}"/>
          </ac:spMkLst>
        </pc:spChg>
        <pc:spChg chg="mod">
          <ac:chgData name="Georgel Denis Mihalache" userId="d659269f-90b9-416e-9e51-61ff90d7d1b2" providerId="ADAL" clId="{BAE94221-93EC-4CA7-BB9A-60DA4D7CF40D}" dt="2025-10-15T12:25:12.282" v="392"/>
          <ac:spMkLst>
            <pc:docMk/>
            <pc:sldMk cId="1503256124" sldId="300"/>
            <ac:spMk id="15" creationId="{F20C79C2-ADA9-4D3E-7779-5951685F1BD2}"/>
          </ac:spMkLst>
        </pc:spChg>
        <pc:spChg chg="mod">
          <ac:chgData name="Georgel Denis Mihalache" userId="d659269f-90b9-416e-9e51-61ff90d7d1b2" providerId="ADAL" clId="{BAE94221-93EC-4CA7-BB9A-60DA4D7CF40D}" dt="2025-10-15T12:25:12.282" v="392"/>
          <ac:spMkLst>
            <pc:docMk/>
            <pc:sldMk cId="1503256124" sldId="300"/>
            <ac:spMk id="16" creationId="{6DD32AC4-B48E-F837-D50D-C4BD661C38F7}"/>
          </ac:spMkLst>
        </pc:spChg>
        <pc:spChg chg="mod">
          <ac:chgData name="Georgel Denis Mihalache" userId="d659269f-90b9-416e-9e51-61ff90d7d1b2" providerId="ADAL" clId="{BAE94221-93EC-4CA7-BB9A-60DA4D7CF40D}" dt="2025-10-15T12:25:12.282" v="392"/>
          <ac:spMkLst>
            <pc:docMk/>
            <pc:sldMk cId="1503256124" sldId="300"/>
            <ac:spMk id="17" creationId="{BC53DD7B-A47E-633B-432D-F3D6EBAB13D8}"/>
          </ac:spMkLst>
        </pc:spChg>
        <pc:spChg chg="mod">
          <ac:chgData name="Georgel Denis Mihalache" userId="d659269f-90b9-416e-9e51-61ff90d7d1b2" providerId="ADAL" clId="{BAE94221-93EC-4CA7-BB9A-60DA4D7CF40D}" dt="2025-10-15T12:25:12.282" v="392"/>
          <ac:spMkLst>
            <pc:docMk/>
            <pc:sldMk cId="1503256124" sldId="300"/>
            <ac:spMk id="18" creationId="{AD1D2E94-CE9D-416A-30A3-7F095D292884}"/>
          </ac:spMkLst>
        </pc:spChg>
        <pc:spChg chg="mod">
          <ac:chgData name="Georgel Denis Mihalache" userId="d659269f-90b9-416e-9e51-61ff90d7d1b2" providerId="ADAL" clId="{BAE94221-93EC-4CA7-BB9A-60DA4D7CF40D}" dt="2025-10-15T12:25:12.282" v="392"/>
          <ac:spMkLst>
            <pc:docMk/>
            <pc:sldMk cId="1503256124" sldId="300"/>
            <ac:spMk id="19" creationId="{1C7FF53B-6AA3-9910-EE84-1EF9DDCCE8F3}"/>
          </ac:spMkLst>
        </pc:spChg>
        <pc:spChg chg="mod">
          <ac:chgData name="Georgel Denis Mihalache" userId="d659269f-90b9-416e-9e51-61ff90d7d1b2" providerId="ADAL" clId="{BAE94221-93EC-4CA7-BB9A-60DA4D7CF40D}" dt="2025-10-15T12:24:01.825" v="380" actId="14100"/>
          <ac:spMkLst>
            <pc:docMk/>
            <pc:sldMk cId="1503256124" sldId="300"/>
            <ac:spMk id="545" creationId="{126FA089-7BEC-F736-A192-55874800D784}"/>
          </ac:spMkLst>
        </pc:spChg>
        <pc:spChg chg="mod">
          <ac:chgData name="Georgel Denis Mihalache" userId="d659269f-90b9-416e-9e51-61ff90d7d1b2" providerId="ADAL" clId="{BAE94221-93EC-4CA7-BB9A-60DA4D7CF40D}" dt="2025-10-15T12:25:19.434" v="395" actId="1076"/>
          <ac:spMkLst>
            <pc:docMk/>
            <pc:sldMk cId="1503256124" sldId="300"/>
            <ac:spMk id="546" creationId="{ABB47808-DADA-6296-81F8-6D75F7DF3801}"/>
          </ac:spMkLst>
        </pc:spChg>
        <pc:spChg chg="del mod">
          <ac:chgData name="Georgel Denis Mihalache" userId="d659269f-90b9-416e-9e51-61ff90d7d1b2" providerId="ADAL" clId="{BAE94221-93EC-4CA7-BB9A-60DA4D7CF40D}" dt="2025-10-15T12:24:34.798" v="386" actId="478"/>
          <ac:spMkLst>
            <pc:docMk/>
            <pc:sldMk cId="1503256124" sldId="300"/>
            <ac:spMk id="551" creationId="{11971CF3-5B8A-54C4-21C5-2D1EA78A1AE6}"/>
          </ac:spMkLst>
        </pc:spChg>
        <pc:grpChg chg="add mod">
          <ac:chgData name="Georgel Denis Mihalache" userId="d659269f-90b9-416e-9e51-61ff90d7d1b2" providerId="ADAL" clId="{BAE94221-93EC-4CA7-BB9A-60DA4D7CF40D}" dt="2025-10-15T12:24:52.013" v="390" actId="1076"/>
          <ac:grpSpMkLst>
            <pc:docMk/>
            <pc:sldMk cId="1503256124" sldId="300"/>
            <ac:grpSpMk id="2" creationId="{03CEC794-CAB3-C007-4BF3-FEF330D4BF1C}"/>
          </ac:grpSpMkLst>
        </pc:grpChg>
        <pc:grpChg chg="mod">
          <ac:chgData name="Georgel Denis Mihalache" userId="d659269f-90b9-416e-9e51-61ff90d7d1b2" providerId="ADAL" clId="{BAE94221-93EC-4CA7-BB9A-60DA4D7CF40D}" dt="2025-10-15T12:24:47.506" v="389"/>
          <ac:grpSpMkLst>
            <pc:docMk/>
            <pc:sldMk cId="1503256124" sldId="300"/>
            <ac:grpSpMk id="6" creationId="{6FB4802B-58F7-DCB5-832E-4A14ABF8CFE0}"/>
          </ac:grpSpMkLst>
        </pc:grpChg>
        <pc:grpChg chg="mod">
          <ac:chgData name="Georgel Denis Mihalache" userId="d659269f-90b9-416e-9e51-61ff90d7d1b2" providerId="ADAL" clId="{BAE94221-93EC-4CA7-BB9A-60DA4D7CF40D}" dt="2025-10-15T12:25:25.091" v="396" actId="1076"/>
          <ac:grpSpMkLst>
            <pc:docMk/>
            <pc:sldMk cId="1503256124" sldId="300"/>
            <ac:grpSpMk id="9" creationId="{AE270786-3C6F-DAF6-A55C-7A34B4A0E77C}"/>
          </ac:grpSpMkLst>
        </pc:grpChg>
        <pc:grpChg chg="del">
          <ac:chgData name="Georgel Denis Mihalache" userId="d659269f-90b9-416e-9e51-61ff90d7d1b2" providerId="ADAL" clId="{BAE94221-93EC-4CA7-BB9A-60DA4D7CF40D}" dt="2025-10-15T12:24:57.428" v="391" actId="478"/>
          <ac:grpSpMkLst>
            <pc:docMk/>
            <pc:sldMk cId="1503256124" sldId="300"/>
            <ac:grpSpMk id="515" creationId="{7BF7E263-177B-B25D-53D6-331067A2FB8A}"/>
          </ac:grpSpMkLst>
        </pc:grpChg>
        <pc:grpChg chg="mod">
          <ac:chgData name="Georgel Denis Mihalache" userId="d659269f-90b9-416e-9e51-61ff90d7d1b2" providerId="ADAL" clId="{BAE94221-93EC-4CA7-BB9A-60DA4D7CF40D}" dt="2025-10-15T12:25:17.362" v="394" actId="1076"/>
          <ac:grpSpMkLst>
            <pc:docMk/>
            <pc:sldMk cId="1503256124" sldId="300"/>
            <ac:grpSpMk id="528" creationId="{775E0EF8-877A-4D86-3ABE-45EEFC4EE696}"/>
          </ac:grpSpMkLst>
        </pc:grpChg>
        <pc:grpChg chg="del">
          <ac:chgData name="Georgel Denis Mihalache" userId="d659269f-90b9-416e-9e51-61ff90d7d1b2" providerId="ADAL" clId="{BAE94221-93EC-4CA7-BB9A-60DA4D7CF40D}" dt="2025-10-15T12:24:31.327" v="384" actId="478"/>
          <ac:grpSpMkLst>
            <pc:docMk/>
            <pc:sldMk cId="1503256124" sldId="300"/>
            <ac:grpSpMk id="547" creationId="{CF3EC231-1F70-D0A0-A8D0-6B7491D9038D}"/>
          </ac:grpSpMkLst>
        </pc:grpChg>
        <pc:grpChg chg="del">
          <ac:chgData name="Georgel Denis Mihalache" userId="d659269f-90b9-416e-9e51-61ff90d7d1b2" providerId="ADAL" clId="{BAE94221-93EC-4CA7-BB9A-60DA4D7CF40D}" dt="2025-10-15T12:24:43.636" v="388" actId="478"/>
          <ac:grpSpMkLst>
            <pc:docMk/>
            <pc:sldMk cId="1503256124" sldId="300"/>
            <ac:grpSpMk id="558" creationId="{C8348CA5-3D8E-366F-1BC1-949E04E77FED}"/>
          </ac:grpSpMkLst>
        </pc:grpChg>
      </pc:sldChg>
      <pc:sldChg chg="addSp delSp modSp add mod">
        <pc:chgData name="Georgel Denis Mihalache" userId="d659269f-90b9-416e-9e51-61ff90d7d1b2" providerId="ADAL" clId="{BAE94221-93EC-4CA7-BB9A-60DA4D7CF40D}" dt="2025-10-15T12:41:19.093" v="483" actId="14100"/>
        <pc:sldMkLst>
          <pc:docMk/>
          <pc:sldMk cId="401274881" sldId="301"/>
        </pc:sldMkLst>
        <pc:spChg chg="add del mod">
          <ac:chgData name="Georgel Denis Mihalache" userId="d659269f-90b9-416e-9e51-61ff90d7d1b2" providerId="ADAL" clId="{BAE94221-93EC-4CA7-BB9A-60DA4D7CF40D}" dt="2025-10-15T12:34:56.617" v="417" actId="478"/>
          <ac:spMkLst>
            <pc:docMk/>
            <pc:sldMk cId="401274881" sldId="301"/>
            <ac:spMk id="3" creationId="{8B48B8A3-171E-C300-87ED-D2EBF42CA225}"/>
          </ac:spMkLst>
        </pc:spChg>
        <pc:spChg chg="add del mod">
          <ac:chgData name="Georgel Denis Mihalache" userId="d659269f-90b9-416e-9e51-61ff90d7d1b2" providerId="ADAL" clId="{BAE94221-93EC-4CA7-BB9A-60DA4D7CF40D}" dt="2025-10-15T12:34:57.487" v="418" actId="478"/>
          <ac:spMkLst>
            <pc:docMk/>
            <pc:sldMk cId="401274881" sldId="301"/>
            <ac:spMk id="5" creationId="{D4A86B3A-168D-2F3E-BC41-3794B04AEF40}"/>
          </ac:spMkLst>
        </pc:spChg>
        <pc:spChg chg="add del mod">
          <ac:chgData name="Georgel Denis Mihalache" userId="d659269f-90b9-416e-9e51-61ff90d7d1b2" providerId="ADAL" clId="{BAE94221-93EC-4CA7-BB9A-60DA4D7CF40D}" dt="2025-10-15T12:35:17.645" v="433" actId="478"/>
          <ac:spMkLst>
            <pc:docMk/>
            <pc:sldMk cId="401274881" sldId="301"/>
            <ac:spMk id="7" creationId="{B08EB957-9578-7F64-2352-134AC9104F67}"/>
          </ac:spMkLst>
        </pc:spChg>
        <pc:spChg chg="add del mod">
          <ac:chgData name="Georgel Denis Mihalache" userId="d659269f-90b9-416e-9e51-61ff90d7d1b2" providerId="ADAL" clId="{BAE94221-93EC-4CA7-BB9A-60DA4D7CF40D}" dt="2025-10-15T12:35:16.897" v="431" actId="478"/>
          <ac:spMkLst>
            <pc:docMk/>
            <pc:sldMk cId="401274881" sldId="301"/>
            <ac:spMk id="9" creationId="{5820795A-3B67-49FE-4B6F-895E0CA4CA99}"/>
          </ac:spMkLst>
        </pc:spChg>
        <pc:spChg chg="add del mod">
          <ac:chgData name="Georgel Denis Mihalache" userId="d659269f-90b9-416e-9e51-61ff90d7d1b2" providerId="ADAL" clId="{BAE94221-93EC-4CA7-BB9A-60DA4D7CF40D}" dt="2025-10-15T12:35:40.696" v="448" actId="478"/>
          <ac:spMkLst>
            <pc:docMk/>
            <pc:sldMk cId="401274881" sldId="301"/>
            <ac:spMk id="11" creationId="{D3A6A604-D886-69BB-4232-0302B3ED6428}"/>
          </ac:spMkLst>
        </pc:spChg>
        <pc:spChg chg="add del mod">
          <ac:chgData name="Georgel Denis Mihalache" userId="d659269f-90b9-416e-9e51-61ff90d7d1b2" providerId="ADAL" clId="{BAE94221-93EC-4CA7-BB9A-60DA4D7CF40D}" dt="2025-10-15T12:35:51.511" v="453" actId="478"/>
          <ac:spMkLst>
            <pc:docMk/>
            <pc:sldMk cId="401274881" sldId="301"/>
            <ac:spMk id="13" creationId="{CB31BB1E-E351-BA02-ED31-1CA1B932D932}"/>
          </ac:spMkLst>
        </pc:spChg>
        <pc:spChg chg="add del mod">
          <ac:chgData name="Georgel Denis Mihalache" userId="d659269f-90b9-416e-9e51-61ff90d7d1b2" providerId="ADAL" clId="{BAE94221-93EC-4CA7-BB9A-60DA4D7CF40D}" dt="2025-10-15T12:36:05.176" v="458" actId="478"/>
          <ac:spMkLst>
            <pc:docMk/>
            <pc:sldMk cId="401274881" sldId="301"/>
            <ac:spMk id="15" creationId="{A0A06B67-AA95-381B-6490-4750BBA02EE5}"/>
          </ac:spMkLst>
        </pc:spChg>
        <pc:spChg chg="add del mod">
          <ac:chgData name="Georgel Denis Mihalache" userId="d659269f-90b9-416e-9e51-61ff90d7d1b2" providerId="ADAL" clId="{BAE94221-93EC-4CA7-BB9A-60DA4D7CF40D}" dt="2025-10-15T12:41:19.093" v="483" actId="14100"/>
          <ac:spMkLst>
            <pc:docMk/>
            <pc:sldMk cId="401274881" sldId="301"/>
            <ac:spMk id="730" creationId="{B2827A36-715C-A7FE-0CFE-F2F0EF4C9394}"/>
          </ac:spMkLst>
        </pc:spChg>
        <pc:spChg chg="mod">
          <ac:chgData name="Georgel Denis Mihalache" userId="d659269f-90b9-416e-9e51-61ff90d7d1b2" providerId="ADAL" clId="{BAE94221-93EC-4CA7-BB9A-60DA4D7CF40D}" dt="2025-10-15T12:36:47.626" v="469" actId="20577"/>
          <ac:spMkLst>
            <pc:docMk/>
            <pc:sldMk cId="401274881" sldId="301"/>
            <ac:spMk id="731" creationId="{A8D5DABA-EAEF-12AA-EDBF-BAE0190AFD2F}"/>
          </ac:spMkLst>
        </pc:spChg>
        <pc:spChg chg="del mod">
          <ac:chgData name="Georgel Denis Mihalache" userId="d659269f-90b9-416e-9e51-61ff90d7d1b2" providerId="ADAL" clId="{BAE94221-93EC-4CA7-BB9A-60DA4D7CF40D}" dt="2025-10-15T12:34:50.872" v="415" actId="478"/>
          <ac:spMkLst>
            <pc:docMk/>
            <pc:sldMk cId="401274881" sldId="301"/>
            <ac:spMk id="732" creationId="{D59486F9-BB87-7C21-4342-6B90D6ADEB32}"/>
          </ac:spMkLst>
        </pc:spChg>
        <pc:spChg chg="mod">
          <ac:chgData name="Georgel Denis Mihalache" userId="d659269f-90b9-416e-9e51-61ff90d7d1b2" providerId="ADAL" clId="{BAE94221-93EC-4CA7-BB9A-60DA4D7CF40D}" dt="2025-10-15T12:37:17.816" v="473" actId="1076"/>
          <ac:spMkLst>
            <pc:docMk/>
            <pc:sldMk cId="401274881" sldId="301"/>
            <ac:spMk id="733" creationId="{73B6EACD-F2EE-C0A1-AA08-968F8925B10B}"/>
          </ac:spMkLst>
        </pc:spChg>
        <pc:spChg chg="mod">
          <ac:chgData name="Georgel Denis Mihalache" userId="d659269f-90b9-416e-9e51-61ff90d7d1b2" providerId="ADAL" clId="{BAE94221-93EC-4CA7-BB9A-60DA4D7CF40D}" dt="2025-10-15T12:35:23.426" v="443" actId="20577"/>
          <ac:spMkLst>
            <pc:docMk/>
            <pc:sldMk cId="401274881" sldId="301"/>
            <ac:spMk id="734" creationId="{54E7008C-39EE-6B33-7CEB-BBA94EC1D3E1}"/>
          </ac:spMkLst>
        </pc:spChg>
        <pc:spChg chg="add del mod">
          <ac:chgData name="Georgel Denis Mihalache" userId="d659269f-90b9-416e-9e51-61ff90d7d1b2" providerId="ADAL" clId="{BAE94221-93EC-4CA7-BB9A-60DA4D7CF40D}" dt="2025-10-15T12:35:39.016" v="447" actId="478"/>
          <ac:spMkLst>
            <pc:docMk/>
            <pc:sldMk cId="401274881" sldId="301"/>
            <ac:spMk id="735" creationId="{F9F72E88-4A96-C40E-4778-CA5109290468}"/>
          </ac:spMkLst>
        </pc:spChg>
        <pc:spChg chg="del mod">
          <ac:chgData name="Georgel Denis Mihalache" userId="d659269f-90b9-416e-9e51-61ff90d7d1b2" providerId="ADAL" clId="{BAE94221-93EC-4CA7-BB9A-60DA4D7CF40D}" dt="2025-10-15T12:34:49.051" v="414" actId="478"/>
          <ac:spMkLst>
            <pc:docMk/>
            <pc:sldMk cId="401274881" sldId="301"/>
            <ac:spMk id="736" creationId="{A6A28224-BC9D-7430-2E00-9C9465071705}"/>
          </ac:spMkLst>
        </pc:spChg>
        <pc:spChg chg="del">
          <ac:chgData name="Georgel Denis Mihalache" userId="d659269f-90b9-416e-9e51-61ff90d7d1b2" providerId="ADAL" clId="{BAE94221-93EC-4CA7-BB9A-60DA4D7CF40D}" dt="2025-10-15T12:35:45.348" v="450" actId="478"/>
          <ac:spMkLst>
            <pc:docMk/>
            <pc:sldMk cId="401274881" sldId="301"/>
            <ac:spMk id="737" creationId="{8025562A-1A60-3C07-EEDF-73FD05AE9DAC}"/>
          </ac:spMkLst>
        </pc:spChg>
        <pc:spChg chg="del mod">
          <ac:chgData name="Georgel Denis Mihalache" userId="d659269f-90b9-416e-9e51-61ff90d7d1b2" providerId="ADAL" clId="{BAE94221-93EC-4CA7-BB9A-60DA4D7CF40D}" dt="2025-10-15T12:36:03.745" v="457" actId="478"/>
          <ac:spMkLst>
            <pc:docMk/>
            <pc:sldMk cId="401274881" sldId="301"/>
            <ac:spMk id="738" creationId="{4A58FAC3-B23E-CA92-159C-FCBA7D8F6AEF}"/>
          </ac:spMkLst>
        </pc:spChg>
        <pc:spChg chg="mod">
          <ac:chgData name="Georgel Denis Mihalache" userId="d659269f-90b9-416e-9e51-61ff90d7d1b2" providerId="ADAL" clId="{BAE94221-93EC-4CA7-BB9A-60DA4D7CF40D}" dt="2025-10-15T12:37:37.301" v="476" actId="1076"/>
          <ac:spMkLst>
            <pc:docMk/>
            <pc:sldMk cId="401274881" sldId="301"/>
            <ac:spMk id="741" creationId="{3C6CD536-97EA-92CB-45E6-5A9D6BC62FA0}"/>
          </ac:spMkLst>
        </pc:spChg>
        <pc:spChg chg="add del mod topLvl">
          <ac:chgData name="Georgel Denis Mihalache" userId="d659269f-90b9-416e-9e51-61ff90d7d1b2" providerId="ADAL" clId="{BAE94221-93EC-4CA7-BB9A-60DA4D7CF40D}" dt="2025-10-15T12:35:16.286" v="429" actId="478"/>
          <ac:spMkLst>
            <pc:docMk/>
            <pc:sldMk cId="401274881" sldId="301"/>
            <ac:spMk id="743" creationId="{74AA36E8-1B28-60F7-8A1B-42668A1F2DCA}"/>
          </ac:spMkLst>
        </pc:spChg>
        <pc:spChg chg="add del mod topLvl">
          <ac:chgData name="Georgel Denis Mihalache" userId="d659269f-90b9-416e-9e51-61ff90d7d1b2" providerId="ADAL" clId="{BAE94221-93EC-4CA7-BB9A-60DA4D7CF40D}" dt="2025-10-15T12:35:16.286" v="429" actId="478"/>
          <ac:spMkLst>
            <pc:docMk/>
            <pc:sldMk cId="401274881" sldId="301"/>
            <ac:spMk id="744" creationId="{E0E6380D-3256-2C8B-EB29-C5A127771D81}"/>
          </ac:spMkLst>
        </pc:spChg>
        <pc:grpChg chg="add del mod">
          <ac:chgData name="Georgel Denis Mihalache" userId="d659269f-90b9-416e-9e51-61ff90d7d1b2" providerId="ADAL" clId="{BAE94221-93EC-4CA7-BB9A-60DA4D7CF40D}" dt="2025-10-15T12:35:31.455" v="444" actId="1076"/>
          <ac:grpSpMkLst>
            <pc:docMk/>
            <pc:sldMk cId="401274881" sldId="301"/>
            <ac:grpSpMk id="714" creationId="{E91A90EC-CD3E-9C3D-14F5-9659B85087F9}"/>
          </ac:grpSpMkLst>
        </pc:grpChg>
        <pc:grpChg chg="del">
          <ac:chgData name="Georgel Denis Mihalache" userId="d659269f-90b9-416e-9e51-61ff90d7d1b2" providerId="ADAL" clId="{BAE94221-93EC-4CA7-BB9A-60DA4D7CF40D}" dt="2025-10-15T12:34:55.754" v="416" actId="478"/>
          <ac:grpSpMkLst>
            <pc:docMk/>
            <pc:sldMk cId="401274881" sldId="301"/>
            <ac:grpSpMk id="718" creationId="{A287512C-0A1B-5CFF-0C0D-3A636CC04EA8}"/>
          </ac:grpSpMkLst>
        </pc:grpChg>
        <pc:grpChg chg="add del mod">
          <ac:chgData name="Georgel Denis Mihalache" userId="d659269f-90b9-416e-9e51-61ff90d7d1b2" providerId="ADAL" clId="{BAE94221-93EC-4CA7-BB9A-60DA4D7CF40D}" dt="2025-10-15T12:36:23.299" v="463" actId="1076"/>
          <ac:grpSpMkLst>
            <pc:docMk/>
            <pc:sldMk cId="401274881" sldId="301"/>
            <ac:grpSpMk id="722" creationId="{B0C4BE95-7132-4605-95A2-1275435C578B}"/>
          </ac:grpSpMkLst>
        </pc:grpChg>
        <pc:grpChg chg="mod">
          <ac:chgData name="Georgel Denis Mihalache" userId="d659269f-90b9-416e-9e51-61ff90d7d1b2" providerId="ADAL" clId="{BAE94221-93EC-4CA7-BB9A-60DA4D7CF40D}" dt="2025-10-15T12:36:08.159" v="460" actId="1076"/>
          <ac:grpSpMkLst>
            <pc:docMk/>
            <pc:sldMk cId="401274881" sldId="301"/>
            <ac:grpSpMk id="726" creationId="{65F2787B-A41A-2ED5-B0F2-26B239918DD0}"/>
          </ac:grpSpMkLst>
        </pc:grpChg>
        <pc:grpChg chg="mod">
          <ac:chgData name="Georgel Denis Mihalache" userId="d659269f-90b9-416e-9e51-61ff90d7d1b2" providerId="ADAL" clId="{BAE94221-93EC-4CA7-BB9A-60DA4D7CF40D}" dt="2025-10-15T12:37:48.673" v="477" actId="1076"/>
          <ac:grpSpMkLst>
            <pc:docMk/>
            <pc:sldMk cId="401274881" sldId="301"/>
            <ac:grpSpMk id="739" creationId="{7E5859A4-8C39-8539-24BA-24924491EF43}"/>
          </ac:grpSpMkLst>
        </pc:grpChg>
        <pc:grpChg chg="add del mod">
          <ac:chgData name="Georgel Denis Mihalache" userId="d659269f-90b9-416e-9e51-61ff90d7d1b2" providerId="ADAL" clId="{BAE94221-93EC-4CA7-BB9A-60DA4D7CF40D}" dt="2025-10-15T12:35:34.624" v="445" actId="1076"/>
          <ac:grpSpMkLst>
            <pc:docMk/>
            <pc:sldMk cId="401274881" sldId="301"/>
            <ac:grpSpMk id="742" creationId="{6353E1FD-1259-D129-1AA8-8F9EAD9704E8}"/>
          </ac:grpSpMkLst>
        </pc:grpChg>
        <pc:grpChg chg="del">
          <ac:chgData name="Georgel Denis Mihalache" userId="d659269f-90b9-416e-9e51-61ff90d7d1b2" providerId="ADAL" clId="{BAE94221-93EC-4CA7-BB9A-60DA4D7CF40D}" dt="2025-10-15T12:34:58.215" v="419" actId="478"/>
          <ac:grpSpMkLst>
            <pc:docMk/>
            <pc:sldMk cId="401274881" sldId="301"/>
            <ac:grpSpMk id="745" creationId="{5CF3041E-A9D8-6C48-8435-0B5475F907E1}"/>
          </ac:grpSpMkLst>
        </pc:grpChg>
        <pc:grpChg chg="mod">
          <ac:chgData name="Georgel Denis Mihalache" userId="d659269f-90b9-416e-9e51-61ff90d7d1b2" providerId="ADAL" clId="{BAE94221-93EC-4CA7-BB9A-60DA4D7CF40D}" dt="2025-10-15T12:37:33.224" v="474" actId="1076"/>
          <ac:grpSpMkLst>
            <pc:docMk/>
            <pc:sldMk cId="401274881" sldId="301"/>
            <ac:grpSpMk id="748" creationId="{D15D4F70-54EB-79CB-3643-0440D8E02A96}"/>
          </ac:grpSpMkLst>
        </pc:grpChg>
      </pc:sldChg>
      <pc:sldChg chg="addSp delSp modSp add mod">
        <pc:chgData name="Georgel Denis Mihalache" userId="d659269f-90b9-416e-9e51-61ff90d7d1b2" providerId="ADAL" clId="{BAE94221-93EC-4CA7-BB9A-60DA4D7CF40D}" dt="2025-10-15T12:53:11.809" v="538" actId="1076"/>
        <pc:sldMkLst>
          <pc:docMk/>
          <pc:sldMk cId="1282481365" sldId="302"/>
        </pc:sldMkLst>
        <pc:spChg chg="mod">
          <ac:chgData name="Georgel Denis Mihalache" userId="d659269f-90b9-416e-9e51-61ff90d7d1b2" providerId="ADAL" clId="{BAE94221-93EC-4CA7-BB9A-60DA4D7CF40D}" dt="2025-10-15T12:52:04.628" v="528"/>
          <ac:spMkLst>
            <pc:docMk/>
            <pc:sldMk cId="1282481365" sldId="302"/>
            <ac:spMk id="3" creationId="{E428FB6A-F8E9-5569-6D41-82D0AA975BEF}"/>
          </ac:spMkLst>
        </pc:spChg>
        <pc:spChg chg="mod">
          <ac:chgData name="Georgel Denis Mihalache" userId="d659269f-90b9-416e-9e51-61ff90d7d1b2" providerId="ADAL" clId="{BAE94221-93EC-4CA7-BB9A-60DA4D7CF40D}" dt="2025-10-15T12:52:04.628" v="528"/>
          <ac:spMkLst>
            <pc:docMk/>
            <pc:sldMk cId="1282481365" sldId="302"/>
            <ac:spMk id="4" creationId="{F65C04C7-1311-1E6C-C74C-06E13FAB1E32}"/>
          </ac:spMkLst>
        </pc:spChg>
        <pc:spChg chg="mod">
          <ac:chgData name="Georgel Denis Mihalache" userId="d659269f-90b9-416e-9e51-61ff90d7d1b2" providerId="ADAL" clId="{BAE94221-93EC-4CA7-BB9A-60DA4D7CF40D}" dt="2025-10-15T12:48:18.579" v="518" actId="14100"/>
          <ac:spMkLst>
            <pc:docMk/>
            <pc:sldMk cId="1282481365" sldId="302"/>
            <ac:spMk id="545" creationId="{8FABCD90-2C02-F3E4-63F3-D7A06838EA27}"/>
          </ac:spMkLst>
        </pc:spChg>
        <pc:spChg chg="mod">
          <ac:chgData name="Georgel Denis Mihalache" userId="d659269f-90b9-416e-9e51-61ff90d7d1b2" providerId="ADAL" clId="{BAE94221-93EC-4CA7-BB9A-60DA4D7CF40D}" dt="2025-10-15T12:50:19.072" v="520" actId="255"/>
          <ac:spMkLst>
            <pc:docMk/>
            <pc:sldMk cId="1282481365" sldId="302"/>
            <ac:spMk id="546" creationId="{8DBF5410-81B3-CB6E-93DC-6013F2C69807}"/>
          </ac:spMkLst>
        </pc:spChg>
        <pc:spChg chg="mod">
          <ac:chgData name="Georgel Denis Mihalache" userId="d659269f-90b9-416e-9e51-61ff90d7d1b2" providerId="ADAL" clId="{BAE94221-93EC-4CA7-BB9A-60DA4D7CF40D}" dt="2025-10-15T12:51:41.576" v="522"/>
          <ac:spMkLst>
            <pc:docMk/>
            <pc:sldMk cId="1282481365" sldId="302"/>
            <ac:spMk id="551" creationId="{19AED4EE-5923-0F00-19A3-B2FFF7C0336F}"/>
          </ac:spMkLst>
        </pc:spChg>
        <pc:grpChg chg="add mod">
          <ac:chgData name="Georgel Denis Mihalache" userId="d659269f-90b9-416e-9e51-61ff90d7d1b2" providerId="ADAL" clId="{BAE94221-93EC-4CA7-BB9A-60DA4D7CF40D}" dt="2025-10-15T12:52:10.701" v="529" actId="1076"/>
          <ac:grpSpMkLst>
            <pc:docMk/>
            <pc:sldMk cId="1282481365" sldId="302"/>
            <ac:grpSpMk id="2" creationId="{B1F05690-B317-1BC9-CEFE-8D076EE4551B}"/>
          </ac:grpSpMkLst>
        </pc:grpChg>
        <pc:grpChg chg="mod">
          <ac:chgData name="Georgel Denis Mihalache" userId="d659269f-90b9-416e-9e51-61ff90d7d1b2" providerId="ADAL" clId="{BAE94221-93EC-4CA7-BB9A-60DA4D7CF40D}" dt="2025-10-15T12:53:11.809" v="538" actId="1076"/>
          <ac:grpSpMkLst>
            <pc:docMk/>
            <pc:sldMk cId="1282481365" sldId="302"/>
            <ac:grpSpMk id="515" creationId="{0F2B7EE7-B861-E09F-7969-D118C6FF0197}"/>
          </ac:grpSpMkLst>
        </pc:grpChg>
        <pc:grpChg chg="del">
          <ac:chgData name="Georgel Denis Mihalache" userId="d659269f-90b9-416e-9e51-61ff90d7d1b2" providerId="ADAL" clId="{BAE94221-93EC-4CA7-BB9A-60DA4D7CF40D}" dt="2025-10-15T12:51:48.920" v="523" actId="478"/>
          <ac:grpSpMkLst>
            <pc:docMk/>
            <pc:sldMk cId="1282481365" sldId="302"/>
            <ac:grpSpMk id="528" creationId="{932020CD-5DF3-9546-4E71-A0D8DEFA0665}"/>
          </ac:grpSpMkLst>
        </pc:grpChg>
        <pc:grpChg chg="del">
          <ac:chgData name="Georgel Denis Mihalache" userId="d659269f-90b9-416e-9e51-61ff90d7d1b2" providerId="ADAL" clId="{BAE94221-93EC-4CA7-BB9A-60DA4D7CF40D}" dt="2025-10-15T12:52:00.457" v="527" actId="478"/>
          <ac:grpSpMkLst>
            <pc:docMk/>
            <pc:sldMk cId="1282481365" sldId="302"/>
            <ac:grpSpMk id="552" creationId="{A1D96D50-5140-BF1D-618E-335006EC3AA8}"/>
          </ac:grpSpMkLst>
        </pc:grpChg>
        <pc:grpChg chg="del">
          <ac:chgData name="Georgel Denis Mihalache" userId="d659269f-90b9-416e-9e51-61ff90d7d1b2" providerId="ADAL" clId="{BAE94221-93EC-4CA7-BB9A-60DA4D7CF40D}" dt="2025-10-15T12:51:58.896" v="526" actId="478"/>
          <ac:grpSpMkLst>
            <pc:docMk/>
            <pc:sldMk cId="1282481365" sldId="302"/>
            <ac:grpSpMk id="558" creationId="{58006D33-933C-9DFE-A5D5-5EC51299A65E}"/>
          </ac:grpSpMkLst>
        </pc:grpChg>
      </pc:sldChg>
      <pc:sldChg chg="addSp delSp modSp add mod">
        <pc:chgData name="Georgel Denis Mihalache" userId="d659269f-90b9-416e-9e51-61ff90d7d1b2" providerId="ADAL" clId="{BAE94221-93EC-4CA7-BB9A-60DA4D7CF40D}" dt="2025-10-15T13:23:18.839" v="586" actId="1076"/>
        <pc:sldMkLst>
          <pc:docMk/>
          <pc:sldMk cId="3273470365" sldId="303"/>
        </pc:sldMkLst>
        <pc:spChg chg="add del mod">
          <ac:chgData name="Georgel Denis Mihalache" userId="d659269f-90b9-416e-9e51-61ff90d7d1b2" providerId="ADAL" clId="{BAE94221-93EC-4CA7-BB9A-60DA4D7CF40D}" dt="2025-10-15T13:20:39.688" v="553" actId="478"/>
          <ac:spMkLst>
            <pc:docMk/>
            <pc:sldMk cId="3273470365" sldId="303"/>
            <ac:spMk id="3" creationId="{620C3A2E-D691-51E1-DA8B-E1CCBEFA834A}"/>
          </ac:spMkLst>
        </pc:spChg>
        <pc:spChg chg="add del mod">
          <ac:chgData name="Georgel Denis Mihalache" userId="d659269f-90b9-416e-9e51-61ff90d7d1b2" providerId="ADAL" clId="{BAE94221-93EC-4CA7-BB9A-60DA4D7CF40D}" dt="2025-10-15T13:21:12.143" v="559" actId="478"/>
          <ac:spMkLst>
            <pc:docMk/>
            <pc:sldMk cId="3273470365" sldId="303"/>
            <ac:spMk id="5" creationId="{A237486A-E95D-4F13-9502-036D5457E353}"/>
          </ac:spMkLst>
        </pc:spChg>
        <pc:spChg chg="add del mod">
          <ac:chgData name="Georgel Denis Mihalache" userId="d659269f-90b9-416e-9e51-61ff90d7d1b2" providerId="ADAL" clId="{BAE94221-93EC-4CA7-BB9A-60DA4D7CF40D}" dt="2025-10-15T13:22:01.451" v="572" actId="478"/>
          <ac:spMkLst>
            <pc:docMk/>
            <pc:sldMk cId="3273470365" sldId="303"/>
            <ac:spMk id="7" creationId="{039A3EA0-BCD9-6B7E-E4E4-8D404C9BE845}"/>
          </ac:spMkLst>
        </pc:spChg>
        <pc:spChg chg="add del">
          <ac:chgData name="Georgel Denis Mihalache" userId="d659269f-90b9-416e-9e51-61ff90d7d1b2" providerId="ADAL" clId="{BAE94221-93EC-4CA7-BB9A-60DA4D7CF40D}" dt="2025-10-15T13:22:10.054" v="574" actId="22"/>
          <ac:spMkLst>
            <pc:docMk/>
            <pc:sldMk cId="3273470365" sldId="303"/>
            <ac:spMk id="9" creationId="{59E05EB6-AFD0-0F3A-BA71-0983990FC634}"/>
          </ac:spMkLst>
        </pc:spChg>
        <pc:spChg chg="add del mod">
          <ac:chgData name="Georgel Denis Mihalache" userId="d659269f-90b9-416e-9e51-61ff90d7d1b2" providerId="ADAL" clId="{BAE94221-93EC-4CA7-BB9A-60DA4D7CF40D}" dt="2025-10-15T13:22:39.018" v="579" actId="478"/>
          <ac:spMkLst>
            <pc:docMk/>
            <pc:sldMk cId="3273470365" sldId="303"/>
            <ac:spMk id="11" creationId="{1D2B3557-D045-43AB-F77E-BB3A9D718E48}"/>
          </ac:spMkLst>
        </pc:spChg>
        <pc:spChg chg="mod">
          <ac:chgData name="Georgel Denis Mihalache" userId="d659269f-90b9-416e-9e51-61ff90d7d1b2" providerId="ADAL" clId="{BAE94221-93EC-4CA7-BB9A-60DA4D7CF40D}" dt="2025-10-15T13:23:02.448" v="583" actId="1076"/>
          <ac:spMkLst>
            <pc:docMk/>
            <pc:sldMk cId="3273470365" sldId="303"/>
            <ac:spMk id="730" creationId="{80A28ACA-F763-66DC-A0F5-3A5DEDC4DF7A}"/>
          </ac:spMkLst>
        </pc:spChg>
        <pc:spChg chg="mod">
          <ac:chgData name="Georgel Denis Mihalache" userId="d659269f-90b9-416e-9e51-61ff90d7d1b2" providerId="ADAL" clId="{BAE94221-93EC-4CA7-BB9A-60DA4D7CF40D}" dt="2025-10-15T13:23:18.839" v="586" actId="1076"/>
          <ac:spMkLst>
            <pc:docMk/>
            <pc:sldMk cId="3273470365" sldId="303"/>
            <ac:spMk id="731" creationId="{3D8B3688-41FE-8CC6-FA42-19AFF180C097}"/>
          </ac:spMkLst>
        </pc:spChg>
        <pc:spChg chg="mod">
          <ac:chgData name="Georgel Denis Mihalache" userId="d659269f-90b9-416e-9e51-61ff90d7d1b2" providerId="ADAL" clId="{BAE94221-93EC-4CA7-BB9A-60DA4D7CF40D}" dt="2025-10-15T13:23:16.159" v="585" actId="1076"/>
          <ac:spMkLst>
            <pc:docMk/>
            <pc:sldMk cId="3273470365" sldId="303"/>
            <ac:spMk id="732" creationId="{D7A94229-ECFA-6EF4-4E08-3672F8213BCB}"/>
          </ac:spMkLst>
        </pc:spChg>
        <pc:spChg chg="mod">
          <ac:chgData name="Georgel Denis Mihalache" userId="d659269f-90b9-416e-9e51-61ff90d7d1b2" providerId="ADAL" clId="{BAE94221-93EC-4CA7-BB9A-60DA4D7CF40D}" dt="2025-10-15T13:23:09.712" v="584" actId="1076"/>
          <ac:spMkLst>
            <pc:docMk/>
            <pc:sldMk cId="3273470365" sldId="303"/>
            <ac:spMk id="733" creationId="{011D073C-811C-2E13-7B0F-B4D2A19644DA}"/>
          </ac:spMkLst>
        </pc:spChg>
        <pc:spChg chg="mod">
          <ac:chgData name="Georgel Denis Mihalache" userId="d659269f-90b9-416e-9e51-61ff90d7d1b2" providerId="ADAL" clId="{BAE94221-93EC-4CA7-BB9A-60DA4D7CF40D}" dt="2025-10-15T13:20:34.005" v="551" actId="20577"/>
          <ac:spMkLst>
            <pc:docMk/>
            <pc:sldMk cId="3273470365" sldId="303"/>
            <ac:spMk id="734" creationId="{A9DCB295-5C07-6D1B-07E1-2B027B0D2134}"/>
          </ac:spMkLst>
        </pc:spChg>
        <pc:spChg chg="del">
          <ac:chgData name="Georgel Denis Mihalache" userId="d659269f-90b9-416e-9e51-61ff90d7d1b2" providerId="ADAL" clId="{BAE94221-93EC-4CA7-BB9A-60DA4D7CF40D}" dt="2025-10-15T13:22:36.631" v="578" actId="478"/>
          <ac:spMkLst>
            <pc:docMk/>
            <pc:sldMk cId="3273470365" sldId="303"/>
            <ac:spMk id="735" creationId="{1204D427-6407-1EB5-89BF-863BBE11551E}"/>
          </ac:spMkLst>
        </pc:spChg>
        <pc:spChg chg="del">
          <ac:chgData name="Georgel Denis Mihalache" userId="d659269f-90b9-416e-9e51-61ff90d7d1b2" providerId="ADAL" clId="{BAE94221-93EC-4CA7-BB9A-60DA4D7CF40D}" dt="2025-10-15T13:21:45.741" v="567" actId="478"/>
          <ac:spMkLst>
            <pc:docMk/>
            <pc:sldMk cId="3273470365" sldId="303"/>
            <ac:spMk id="736" creationId="{47584191-DA59-7E2D-B48F-539673AD1659}"/>
          </ac:spMkLst>
        </pc:spChg>
        <pc:spChg chg="del">
          <ac:chgData name="Georgel Denis Mihalache" userId="d659269f-90b9-416e-9e51-61ff90d7d1b2" providerId="ADAL" clId="{BAE94221-93EC-4CA7-BB9A-60DA4D7CF40D}" dt="2025-10-15T13:20:38.074" v="552" actId="478"/>
          <ac:spMkLst>
            <pc:docMk/>
            <pc:sldMk cId="3273470365" sldId="303"/>
            <ac:spMk id="737" creationId="{B069D46F-E4D2-E3C3-A476-397BC818EEC4}"/>
          </ac:spMkLst>
        </pc:spChg>
        <pc:spChg chg="del">
          <ac:chgData name="Georgel Denis Mihalache" userId="d659269f-90b9-416e-9e51-61ff90d7d1b2" providerId="ADAL" clId="{BAE94221-93EC-4CA7-BB9A-60DA4D7CF40D}" dt="2025-10-15T13:21:06.956" v="558" actId="478"/>
          <ac:spMkLst>
            <pc:docMk/>
            <pc:sldMk cId="3273470365" sldId="303"/>
            <ac:spMk id="738" creationId="{1CBB45FC-294E-060B-36DC-D677ECAF1A04}"/>
          </ac:spMkLst>
        </pc:spChg>
        <pc:grpChg chg="add del">
          <ac:chgData name="Georgel Denis Mihalache" userId="d659269f-90b9-416e-9e51-61ff90d7d1b2" providerId="ADAL" clId="{BAE94221-93EC-4CA7-BB9A-60DA4D7CF40D}" dt="2025-10-15T13:21:48.911" v="569" actId="478"/>
          <ac:grpSpMkLst>
            <pc:docMk/>
            <pc:sldMk cId="3273470365" sldId="303"/>
            <ac:grpSpMk id="718" creationId="{93BB8623-23FE-CC0B-A272-3266D32FCEB5}"/>
          </ac:grpSpMkLst>
        </pc:grpChg>
        <pc:grpChg chg="mod">
          <ac:chgData name="Georgel Denis Mihalache" userId="d659269f-90b9-416e-9e51-61ff90d7d1b2" providerId="ADAL" clId="{BAE94221-93EC-4CA7-BB9A-60DA4D7CF40D}" dt="2025-10-15T13:21:16.309" v="561" actId="1076"/>
          <ac:grpSpMkLst>
            <pc:docMk/>
            <pc:sldMk cId="3273470365" sldId="303"/>
            <ac:grpSpMk id="726" creationId="{91414A51-F48D-676C-B440-682E512CCB2E}"/>
          </ac:grpSpMkLst>
        </pc:grpChg>
      </pc:sldChg>
      <pc:sldChg chg="addSp delSp modSp add mod">
        <pc:chgData name="Georgel Denis Mihalache" userId="d659269f-90b9-416e-9e51-61ff90d7d1b2" providerId="ADAL" clId="{BAE94221-93EC-4CA7-BB9A-60DA4D7CF40D}" dt="2025-10-15T13:44:14.698" v="627" actId="1076"/>
        <pc:sldMkLst>
          <pc:docMk/>
          <pc:sldMk cId="1875009345" sldId="304"/>
        </pc:sldMkLst>
        <pc:spChg chg="del mod">
          <ac:chgData name="Georgel Denis Mihalache" userId="d659269f-90b9-416e-9e51-61ff90d7d1b2" providerId="ADAL" clId="{BAE94221-93EC-4CA7-BB9A-60DA4D7CF40D}" dt="2025-10-15T13:37:57.693" v="601" actId="478"/>
          <ac:spMkLst>
            <pc:docMk/>
            <pc:sldMk cId="1875009345" sldId="304"/>
            <ac:spMk id="602" creationId="{D5456052-0555-DE9F-8690-5F1B9DF2FB05}"/>
          </ac:spMkLst>
        </pc:spChg>
        <pc:spChg chg="del">
          <ac:chgData name="Georgel Denis Mihalache" userId="d659269f-90b9-416e-9e51-61ff90d7d1b2" providerId="ADAL" clId="{BAE94221-93EC-4CA7-BB9A-60DA4D7CF40D}" dt="2025-10-15T13:38:00.469" v="602" actId="478"/>
          <ac:spMkLst>
            <pc:docMk/>
            <pc:sldMk cId="1875009345" sldId="304"/>
            <ac:spMk id="603" creationId="{FED38575-2BCD-91FA-C0CA-384DA2DB9EBD}"/>
          </ac:spMkLst>
        </pc:spChg>
        <pc:spChg chg="del">
          <ac:chgData name="Georgel Denis Mihalache" userId="d659269f-90b9-416e-9e51-61ff90d7d1b2" providerId="ADAL" clId="{BAE94221-93EC-4CA7-BB9A-60DA4D7CF40D}" dt="2025-10-15T13:38:03.508" v="606" actId="478"/>
          <ac:spMkLst>
            <pc:docMk/>
            <pc:sldMk cId="1875009345" sldId="304"/>
            <ac:spMk id="604" creationId="{392FAC14-882F-7663-08F2-507077AA5923}"/>
          </ac:spMkLst>
        </pc:spChg>
        <pc:spChg chg="del mod">
          <ac:chgData name="Georgel Denis Mihalache" userId="d659269f-90b9-416e-9e51-61ff90d7d1b2" providerId="ADAL" clId="{BAE94221-93EC-4CA7-BB9A-60DA4D7CF40D}" dt="2025-10-15T13:38:10.060" v="612" actId="478"/>
          <ac:spMkLst>
            <pc:docMk/>
            <pc:sldMk cId="1875009345" sldId="304"/>
            <ac:spMk id="605" creationId="{411C90B2-43FE-8315-7604-F0EE760AF845}"/>
          </ac:spMkLst>
        </pc:spChg>
        <pc:spChg chg="del">
          <ac:chgData name="Georgel Denis Mihalache" userId="d659269f-90b9-416e-9e51-61ff90d7d1b2" providerId="ADAL" clId="{BAE94221-93EC-4CA7-BB9A-60DA4D7CF40D}" dt="2025-10-15T13:38:14.998" v="616" actId="478"/>
          <ac:spMkLst>
            <pc:docMk/>
            <pc:sldMk cId="1875009345" sldId="304"/>
            <ac:spMk id="606" creationId="{75E03E0C-650D-83DA-861F-A677ED9A3949}"/>
          </ac:spMkLst>
        </pc:spChg>
        <pc:spChg chg="mod">
          <ac:chgData name="Georgel Denis Mihalache" userId="d659269f-90b9-416e-9e51-61ff90d7d1b2" providerId="ADAL" clId="{BAE94221-93EC-4CA7-BB9A-60DA4D7CF40D}" dt="2025-10-15T13:37:44.025" v="591" actId="6549"/>
          <ac:spMkLst>
            <pc:docMk/>
            <pc:sldMk cId="1875009345" sldId="304"/>
            <ac:spMk id="607" creationId="{CDE0F816-9427-AA1B-32FD-22E50B96F079}"/>
          </ac:spMkLst>
        </pc:spChg>
        <pc:spChg chg="mod">
          <ac:chgData name="Georgel Denis Mihalache" userId="d659269f-90b9-416e-9e51-61ff90d7d1b2" providerId="ADAL" clId="{BAE94221-93EC-4CA7-BB9A-60DA4D7CF40D}" dt="2025-10-15T13:37:55.208" v="600" actId="6549"/>
          <ac:spMkLst>
            <pc:docMk/>
            <pc:sldMk cId="1875009345" sldId="304"/>
            <ac:spMk id="608" creationId="{AFA5B9A2-E294-CECD-7F81-1DF00B9D93DC}"/>
          </ac:spMkLst>
        </pc:spChg>
        <pc:spChg chg="del">
          <ac:chgData name="Georgel Denis Mihalache" userId="d659269f-90b9-416e-9e51-61ff90d7d1b2" providerId="ADAL" clId="{BAE94221-93EC-4CA7-BB9A-60DA4D7CF40D}" dt="2025-10-15T13:38:06.526" v="609" actId="478"/>
          <ac:spMkLst>
            <pc:docMk/>
            <pc:sldMk cId="1875009345" sldId="304"/>
            <ac:spMk id="609" creationId="{E7CFBCED-8186-485D-C6AA-11A83DF81F7A}"/>
          </ac:spMkLst>
        </pc:spChg>
        <pc:spChg chg="del">
          <ac:chgData name="Georgel Denis Mihalache" userId="d659269f-90b9-416e-9e51-61ff90d7d1b2" providerId="ADAL" clId="{BAE94221-93EC-4CA7-BB9A-60DA4D7CF40D}" dt="2025-10-15T13:38:08.539" v="610" actId="478"/>
          <ac:spMkLst>
            <pc:docMk/>
            <pc:sldMk cId="1875009345" sldId="304"/>
            <ac:spMk id="610" creationId="{7675ECC1-A4D8-FD12-E018-99FD96E33264}"/>
          </ac:spMkLst>
        </pc:spChg>
        <pc:spChg chg="del mod">
          <ac:chgData name="Georgel Denis Mihalache" userId="d659269f-90b9-416e-9e51-61ff90d7d1b2" providerId="ADAL" clId="{BAE94221-93EC-4CA7-BB9A-60DA4D7CF40D}" dt="2025-10-15T13:37:51.897" v="599" actId="478"/>
          <ac:spMkLst>
            <pc:docMk/>
            <pc:sldMk cId="1875009345" sldId="304"/>
            <ac:spMk id="611" creationId="{D8AB7C1D-9703-FB9F-6927-81E8B6E267EC}"/>
          </ac:spMkLst>
        </pc:spChg>
        <pc:spChg chg="del">
          <ac:chgData name="Georgel Denis Mihalache" userId="d659269f-90b9-416e-9e51-61ff90d7d1b2" providerId="ADAL" clId="{BAE94221-93EC-4CA7-BB9A-60DA4D7CF40D}" dt="2025-10-15T13:38:13.225" v="615" actId="478"/>
          <ac:spMkLst>
            <pc:docMk/>
            <pc:sldMk cId="1875009345" sldId="304"/>
            <ac:spMk id="612" creationId="{E82D56E8-7B3A-85D0-78EB-345700A47480}"/>
          </ac:spMkLst>
        </pc:spChg>
        <pc:spChg chg="del mod">
          <ac:chgData name="Georgel Denis Mihalache" userId="d659269f-90b9-416e-9e51-61ff90d7d1b2" providerId="ADAL" clId="{BAE94221-93EC-4CA7-BB9A-60DA4D7CF40D}" dt="2025-10-15T13:38:20.116" v="622" actId="478"/>
          <ac:spMkLst>
            <pc:docMk/>
            <pc:sldMk cId="1875009345" sldId="304"/>
            <ac:spMk id="613" creationId="{CD3198B7-35EB-D880-5618-D836DC51AB95}"/>
          </ac:spMkLst>
        </pc:spChg>
        <pc:spChg chg="del">
          <ac:chgData name="Georgel Denis Mihalache" userId="d659269f-90b9-416e-9e51-61ff90d7d1b2" providerId="ADAL" clId="{BAE94221-93EC-4CA7-BB9A-60DA4D7CF40D}" dt="2025-10-15T13:38:21.295" v="623" actId="478"/>
          <ac:spMkLst>
            <pc:docMk/>
            <pc:sldMk cId="1875009345" sldId="304"/>
            <ac:spMk id="614" creationId="{87EE75C7-2F19-5A61-7BFC-447E62EBC00B}"/>
          </ac:spMkLst>
        </pc:spChg>
        <pc:spChg chg="del">
          <ac:chgData name="Georgel Denis Mihalache" userId="d659269f-90b9-416e-9e51-61ff90d7d1b2" providerId="ADAL" clId="{BAE94221-93EC-4CA7-BB9A-60DA4D7CF40D}" dt="2025-10-15T13:38:16.675" v="618" actId="478"/>
          <ac:spMkLst>
            <pc:docMk/>
            <pc:sldMk cId="1875009345" sldId="304"/>
            <ac:spMk id="627" creationId="{95640D8D-6250-BB6E-33D8-1526368876F8}"/>
          </ac:spMkLst>
        </pc:spChg>
        <pc:picChg chg="add del mod">
          <ac:chgData name="Georgel Denis Mihalache" userId="d659269f-90b9-416e-9e51-61ff90d7d1b2" providerId="ADAL" clId="{BAE94221-93EC-4CA7-BB9A-60DA4D7CF40D}" dt="2025-10-15T13:37:46.442" v="592" actId="478"/>
          <ac:picMkLst>
            <pc:docMk/>
            <pc:sldMk cId="1875009345" sldId="304"/>
            <ac:picMk id="3" creationId="{857D68BC-12B4-25AE-E75D-EB43D8F2F18D}"/>
          </ac:picMkLst>
        </pc:picChg>
        <pc:picChg chg="add mod">
          <ac:chgData name="Georgel Denis Mihalache" userId="d659269f-90b9-416e-9e51-61ff90d7d1b2" providerId="ADAL" clId="{BAE94221-93EC-4CA7-BB9A-60DA4D7CF40D}" dt="2025-10-15T13:44:14.698" v="627" actId="1076"/>
          <ac:picMkLst>
            <pc:docMk/>
            <pc:sldMk cId="1875009345" sldId="304"/>
            <ac:picMk id="5" creationId="{5BD4F937-6A10-3566-715D-CDC7CD9070BA}"/>
          </ac:picMkLst>
        </pc:picChg>
        <pc:cxnChg chg="del mod">
          <ac:chgData name="Georgel Denis Mihalache" userId="d659269f-90b9-416e-9e51-61ff90d7d1b2" providerId="ADAL" clId="{BAE94221-93EC-4CA7-BB9A-60DA4D7CF40D}" dt="2025-10-15T13:38:01.714" v="604" actId="478"/>
          <ac:cxnSpMkLst>
            <pc:docMk/>
            <pc:sldMk cId="1875009345" sldId="304"/>
            <ac:cxnSpMk id="615" creationId="{0E852108-219A-543F-4E19-0E2040F860D7}"/>
          </ac:cxnSpMkLst>
        </pc:cxnChg>
        <pc:cxnChg chg="del mod">
          <ac:chgData name="Georgel Denis Mihalache" userId="d659269f-90b9-416e-9e51-61ff90d7d1b2" providerId="ADAL" clId="{BAE94221-93EC-4CA7-BB9A-60DA4D7CF40D}" dt="2025-10-15T13:38:04.449" v="607" actId="478"/>
          <ac:cxnSpMkLst>
            <pc:docMk/>
            <pc:sldMk cId="1875009345" sldId="304"/>
            <ac:cxnSpMk id="616" creationId="{8357B6A1-ABBF-31FC-1B00-0A6603467035}"/>
          </ac:cxnSpMkLst>
        </pc:cxnChg>
        <pc:cxnChg chg="del mod">
          <ac:chgData name="Georgel Denis Mihalache" userId="d659269f-90b9-416e-9e51-61ff90d7d1b2" providerId="ADAL" clId="{BAE94221-93EC-4CA7-BB9A-60DA4D7CF40D}" dt="2025-10-15T13:38:10.858" v="613" actId="478"/>
          <ac:cxnSpMkLst>
            <pc:docMk/>
            <pc:sldMk cId="1875009345" sldId="304"/>
            <ac:cxnSpMk id="617" creationId="{B9566604-93B1-C0D6-15CA-A4480DA7FDBA}"/>
          </ac:cxnSpMkLst>
        </pc:cxnChg>
        <pc:cxnChg chg="del mod">
          <ac:chgData name="Georgel Denis Mihalache" userId="d659269f-90b9-416e-9e51-61ff90d7d1b2" providerId="ADAL" clId="{BAE94221-93EC-4CA7-BB9A-60DA4D7CF40D}" dt="2025-10-15T13:38:15.923" v="617" actId="478"/>
          <ac:cxnSpMkLst>
            <pc:docMk/>
            <pc:sldMk cId="1875009345" sldId="304"/>
            <ac:cxnSpMk id="618" creationId="{4864C8DA-77D6-9194-A52D-80D93DC1369D}"/>
          </ac:cxnSpMkLst>
        </pc:cxnChg>
        <pc:cxnChg chg="del mod">
          <ac:chgData name="Georgel Denis Mihalache" userId="d659269f-90b9-416e-9e51-61ff90d7d1b2" providerId="ADAL" clId="{BAE94221-93EC-4CA7-BB9A-60DA4D7CF40D}" dt="2025-10-15T13:38:05.249" v="608" actId="478"/>
          <ac:cxnSpMkLst>
            <pc:docMk/>
            <pc:sldMk cId="1875009345" sldId="304"/>
            <ac:cxnSpMk id="619" creationId="{9A56F600-5E0B-7D39-20EC-8AA32F3A2F45}"/>
          </ac:cxnSpMkLst>
        </pc:cxnChg>
        <pc:cxnChg chg="del mod">
          <ac:chgData name="Georgel Denis Mihalache" userId="d659269f-90b9-416e-9e51-61ff90d7d1b2" providerId="ADAL" clId="{BAE94221-93EC-4CA7-BB9A-60DA4D7CF40D}" dt="2025-10-15T13:38:11.849" v="614" actId="478"/>
          <ac:cxnSpMkLst>
            <pc:docMk/>
            <pc:sldMk cId="1875009345" sldId="304"/>
            <ac:cxnSpMk id="620" creationId="{0ACD74AB-5732-5879-CF99-F990FF2E284C}"/>
          </ac:cxnSpMkLst>
        </pc:cxnChg>
        <pc:cxnChg chg="del mod">
          <ac:chgData name="Georgel Denis Mihalache" userId="d659269f-90b9-416e-9e51-61ff90d7d1b2" providerId="ADAL" clId="{BAE94221-93EC-4CA7-BB9A-60DA4D7CF40D}" dt="2025-10-15T13:38:18.830" v="620" actId="478"/>
          <ac:cxnSpMkLst>
            <pc:docMk/>
            <pc:sldMk cId="1875009345" sldId="304"/>
            <ac:cxnSpMk id="621" creationId="{F4A8057C-3B7E-783C-C352-A323943FD437}"/>
          </ac:cxnSpMkLst>
        </pc:cxnChg>
        <pc:cxnChg chg="del mod">
          <ac:chgData name="Georgel Denis Mihalache" userId="d659269f-90b9-416e-9e51-61ff90d7d1b2" providerId="ADAL" clId="{BAE94221-93EC-4CA7-BB9A-60DA4D7CF40D}" dt="2025-10-15T13:38:17.454" v="619" actId="478"/>
          <ac:cxnSpMkLst>
            <pc:docMk/>
            <pc:sldMk cId="1875009345" sldId="304"/>
            <ac:cxnSpMk id="622" creationId="{D877FD7A-15B5-A660-7395-73902ECA6884}"/>
          </ac:cxnSpMkLst>
        </pc:cxnChg>
        <pc:cxnChg chg="del mod">
          <ac:chgData name="Georgel Denis Mihalache" userId="d659269f-90b9-416e-9e51-61ff90d7d1b2" providerId="ADAL" clId="{BAE94221-93EC-4CA7-BB9A-60DA4D7CF40D}" dt="2025-10-15T13:38:02.450" v="605" actId="478"/>
          <ac:cxnSpMkLst>
            <pc:docMk/>
            <pc:sldMk cId="1875009345" sldId="304"/>
            <ac:cxnSpMk id="623" creationId="{02404C8F-DB17-2121-C051-71DA2A461F2B}"/>
          </ac:cxnSpMkLst>
        </pc:cxnChg>
      </pc:sldChg>
      <pc:sldMasterChg chg="delSldLayout">
        <pc:chgData name="Georgel Denis Mihalache" userId="d659269f-90b9-416e-9e51-61ff90d7d1b2" providerId="ADAL" clId="{BAE94221-93EC-4CA7-BB9A-60DA4D7CF40D}" dt="2025-10-15T11:48:34.356" v="19" actId="2696"/>
        <pc:sldMasterMkLst>
          <pc:docMk/>
          <pc:sldMasterMk cId="0" sldId="2147483674"/>
        </pc:sldMasterMkLst>
        <pc:sldLayoutChg chg="del">
          <pc:chgData name="Georgel Denis Mihalache" userId="d659269f-90b9-416e-9e51-61ff90d7d1b2" providerId="ADAL" clId="{BAE94221-93EC-4CA7-BB9A-60DA4D7CF40D}" dt="2025-10-15T11:48:34.356" v="19" actId="2696"/>
          <pc:sldLayoutMkLst>
            <pc:docMk/>
            <pc:sldMasterMk cId="0" sldId="2147483674"/>
            <pc:sldLayoutMk cId="0" sldId="214748365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14d2792e9da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14d2792e9da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10fb8bc67f7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10fb8bc67f7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3376c313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3376c313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1125d80b419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1125d80b419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>
          <a:extLst>
            <a:ext uri="{FF2B5EF4-FFF2-40B4-BE49-F238E27FC236}">
              <a16:creationId xmlns:a16="http://schemas.microsoft.com/office/drawing/2014/main" id="{5B117CD4-CAF7-76E1-F32D-08B472B07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3376c31365_0_0:notes">
            <a:extLst>
              <a:ext uri="{FF2B5EF4-FFF2-40B4-BE49-F238E27FC236}">
                <a16:creationId xmlns:a16="http://schemas.microsoft.com/office/drawing/2014/main" id="{CEC23F41-9554-BA07-1043-60C1C4BD7B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3376c31365_0_0:notes">
            <a:extLst>
              <a:ext uri="{FF2B5EF4-FFF2-40B4-BE49-F238E27FC236}">
                <a16:creationId xmlns:a16="http://schemas.microsoft.com/office/drawing/2014/main" id="{84C8401E-5C35-9403-9328-CDE64A3988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64599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0">
          <a:extLst>
            <a:ext uri="{FF2B5EF4-FFF2-40B4-BE49-F238E27FC236}">
              <a16:creationId xmlns:a16="http://schemas.microsoft.com/office/drawing/2014/main" id="{B98FE76D-D6F7-08E3-64CD-C797EFD06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1125d80b419_0_79:notes">
            <a:extLst>
              <a:ext uri="{FF2B5EF4-FFF2-40B4-BE49-F238E27FC236}">
                <a16:creationId xmlns:a16="http://schemas.microsoft.com/office/drawing/2014/main" id="{FE239EBA-8595-D72F-5A15-2875E54F23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1125d80b419_0_79:notes">
            <a:extLst>
              <a:ext uri="{FF2B5EF4-FFF2-40B4-BE49-F238E27FC236}">
                <a16:creationId xmlns:a16="http://schemas.microsoft.com/office/drawing/2014/main" id="{FB8DBF19-CAF7-9B73-976F-FC587D07BB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55894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110860aa57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110860aa57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>
          <a:extLst>
            <a:ext uri="{FF2B5EF4-FFF2-40B4-BE49-F238E27FC236}">
              <a16:creationId xmlns:a16="http://schemas.microsoft.com/office/drawing/2014/main" id="{3035A61D-9B0E-2878-D57D-1C1022EE2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3376c31365_0_0:notes">
            <a:extLst>
              <a:ext uri="{FF2B5EF4-FFF2-40B4-BE49-F238E27FC236}">
                <a16:creationId xmlns:a16="http://schemas.microsoft.com/office/drawing/2014/main" id="{32DBD448-2B4D-51A6-116E-BEBBFFE182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3376c31365_0_0:notes">
            <a:extLst>
              <a:ext uri="{FF2B5EF4-FFF2-40B4-BE49-F238E27FC236}">
                <a16:creationId xmlns:a16="http://schemas.microsoft.com/office/drawing/2014/main" id="{7F9BC688-D9D4-2663-01D1-8D5E62BF8F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46813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0">
          <a:extLst>
            <a:ext uri="{FF2B5EF4-FFF2-40B4-BE49-F238E27FC236}">
              <a16:creationId xmlns:a16="http://schemas.microsoft.com/office/drawing/2014/main" id="{0695EE13-9526-1E92-AA83-E3FDAAEB9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1125d80b419_0_79:notes">
            <a:extLst>
              <a:ext uri="{FF2B5EF4-FFF2-40B4-BE49-F238E27FC236}">
                <a16:creationId xmlns:a16="http://schemas.microsoft.com/office/drawing/2014/main" id="{A61FBA5D-D7C3-7F62-D43C-B3207BA141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1125d80b419_0_79:notes">
            <a:extLst>
              <a:ext uri="{FF2B5EF4-FFF2-40B4-BE49-F238E27FC236}">
                <a16:creationId xmlns:a16="http://schemas.microsoft.com/office/drawing/2014/main" id="{64CBFEAF-98F1-E45D-7DA4-02741D0CC2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73661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>
          <a:extLst>
            <a:ext uri="{FF2B5EF4-FFF2-40B4-BE49-F238E27FC236}">
              <a16:creationId xmlns:a16="http://schemas.microsoft.com/office/drawing/2014/main" id="{28A248AC-0348-F1CE-621A-4A6F33303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1125d80b419_0_2:notes">
            <a:extLst>
              <a:ext uri="{FF2B5EF4-FFF2-40B4-BE49-F238E27FC236}">
                <a16:creationId xmlns:a16="http://schemas.microsoft.com/office/drawing/2014/main" id="{3224F625-3FB8-037F-CE69-98FCC871D6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1125d80b419_0_2:notes">
            <a:extLst>
              <a:ext uri="{FF2B5EF4-FFF2-40B4-BE49-F238E27FC236}">
                <a16:creationId xmlns:a16="http://schemas.microsoft.com/office/drawing/2014/main" id="{1729CE71-7F0F-4448-233C-53DF540FD0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51167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8">
          <a:extLst>
            <a:ext uri="{FF2B5EF4-FFF2-40B4-BE49-F238E27FC236}">
              <a16:creationId xmlns:a16="http://schemas.microsoft.com/office/drawing/2014/main" id="{0FE0E4FF-98C9-94CE-60CC-23141ACF6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14e1613f9b3_0_262:notes">
            <a:extLst>
              <a:ext uri="{FF2B5EF4-FFF2-40B4-BE49-F238E27FC236}">
                <a16:creationId xmlns:a16="http://schemas.microsoft.com/office/drawing/2014/main" id="{E5F3A42A-2EBE-CEC8-21C4-CD35CE1753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0" name="Google Shape;1010;g14e1613f9b3_0_262:notes">
            <a:extLst>
              <a:ext uri="{FF2B5EF4-FFF2-40B4-BE49-F238E27FC236}">
                <a16:creationId xmlns:a16="http://schemas.microsoft.com/office/drawing/2014/main" id="{83A7B2CC-E602-E418-4E31-5B6974CE27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96191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>
          <a:extLst>
            <a:ext uri="{FF2B5EF4-FFF2-40B4-BE49-F238E27FC236}">
              <a16:creationId xmlns:a16="http://schemas.microsoft.com/office/drawing/2014/main" id="{4FE1B365-D5A1-DFFC-171E-3F7161696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3376c31365_0_0:notes">
            <a:extLst>
              <a:ext uri="{FF2B5EF4-FFF2-40B4-BE49-F238E27FC236}">
                <a16:creationId xmlns:a16="http://schemas.microsoft.com/office/drawing/2014/main" id="{ADEEA9AE-2E0F-04FE-F93B-AF856953C9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3376c31365_0_0:notes">
            <a:extLst>
              <a:ext uri="{FF2B5EF4-FFF2-40B4-BE49-F238E27FC236}">
                <a16:creationId xmlns:a16="http://schemas.microsoft.com/office/drawing/2014/main" id="{7C9A4A4C-B236-8290-02C8-14064A1DA4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82254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1125d80b419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1125d80b419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>
          <a:extLst>
            <a:ext uri="{FF2B5EF4-FFF2-40B4-BE49-F238E27FC236}">
              <a16:creationId xmlns:a16="http://schemas.microsoft.com/office/drawing/2014/main" id="{29E2FD62-FF21-44DC-B841-398E6CA0B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3376c31365_0_0:notes">
            <a:extLst>
              <a:ext uri="{FF2B5EF4-FFF2-40B4-BE49-F238E27FC236}">
                <a16:creationId xmlns:a16="http://schemas.microsoft.com/office/drawing/2014/main" id="{0EA052B4-6ED1-0EB0-0CAA-C99DD75394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3376c31365_0_0:notes">
            <a:extLst>
              <a:ext uri="{FF2B5EF4-FFF2-40B4-BE49-F238E27FC236}">
                <a16:creationId xmlns:a16="http://schemas.microsoft.com/office/drawing/2014/main" id="{3584461D-DF98-280B-B617-11C76555CC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20368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1">
          <a:extLst>
            <a:ext uri="{FF2B5EF4-FFF2-40B4-BE49-F238E27FC236}">
              <a16:creationId xmlns:a16="http://schemas.microsoft.com/office/drawing/2014/main" id="{49DB23EC-34AB-AA59-5E70-3859711FF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1125d80b419_0_216:notes">
            <a:extLst>
              <a:ext uri="{FF2B5EF4-FFF2-40B4-BE49-F238E27FC236}">
                <a16:creationId xmlns:a16="http://schemas.microsoft.com/office/drawing/2014/main" id="{2C5B3004-6716-B8D7-C81A-EE80E35E3E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3" name="Google Shape;1233;g1125d80b419_0_216:notes">
            <a:extLst>
              <a:ext uri="{FF2B5EF4-FFF2-40B4-BE49-F238E27FC236}">
                <a16:creationId xmlns:a16="http://schemas.microsoft.com/office/drawing/2014/main" id="{99098412-C226-46E6-3674-63687A6DC1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1403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2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11" name="Google Shape;11;p2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" name="Google Shape;12;p2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13" name="Google Shape;13;p2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14" name="Google Shape;14;p2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5" name="Google Shape;15;p2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6" name="Google Shape;16;p2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7" name="Google Shape;17;p2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" name="Google Shape;18;p2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9" name="Google Shape;19;p2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0" name="Google Shape;20;p2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21" name="Google Shape;21;p2"/>
          <p:cNvGrpSpPr/>
          <p:nvPr/>
        </p:nvGrpSpPr>
        <p:grpSpPr>
          <a:xfrm>
            <a:off x="914400" y="535100"/>
            <a:ext cx="7406700" cy="4164575"/>
            <a:chOff x="914400" y="535100"/>
            <a:chExt cx="7406700" cy="4164575"/>
          </a:xfrm>
        </p:grpSpPr>
        <p:sp>
          <p:nvSpPr>
            <p:cNvPr id="22" name="Google Shape;22;p2"/>
            <p:cNvSpPr/>
            <p:nvPr/>
          </p:nvSpPr>
          <p:spPr>
            <a:xfrm>
              <a:off x="1005900" y="626275"/>
              <a:ext cx="7315200" cy="40734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" name="Google Shape;23;p2"/>
            <p:cNvGrpSpPr/>
            <p:nvPr/>
          </p:nvGrpSpPr>
          <p:grpSpPr>
            <a:xfrm>
              <a:off x="914400" y="535100"/>
              <a:ext cx="7315200" cy="4073400"/>
              <a:chOff x="914400" y="535100"/>
              <a:chExt cx="7315200" cy="4073400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914400" y="535100"/>
                <a:ext cx="7315200" cy="40734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5" name="Google Shape;25;p2"/>
              <p:cNvGrpSpPr/>
              <p:nvPr/>
            </p:nvGrpSpPr>
            <p:grpSpPr>
              <a:xfrm>
                <a:off x="7955100" y="6263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6" name="Google Shape;26;p2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7" name="Google Shape;27;p2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28" name="Google Shape;28;p2"/>
              <p:cNvSpPr/>
              <p:nvPr/>
            </p:nvSpPr>
            <p:spPr>
              <a:xfrm>
                <a:off x="7635000" y="6263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9" name="Google Shape;29;p2"/>
              <p:cNvCxnSpPr/>
              <p:nvPr/>
            </p:nvCxnSpPr>
            <p:spPr>
              <a:xfrm>
                <a:off x="7284899" y="8093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" name="Google Shape;30;p2"/>
              <p:cNvCxnSpPr/>
              <p:nvPr/>
            </p:nvCxnSpPr>
            <p:spPr>
              <a:xfrm>
                <a:off x="916188" y="900697"/>
                <a:ext cx="7310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1" name="Google Shape;31;p2"/>
          <p:cNvSpPr txBox="1">
            <a:spLocks noGrp="1"/>
          </p:cNvSpPr>
          <p:nvPr>
            <p:ph type="ctrTitle"/>
          </p:nvPr>
        </p:nvSpPr>
        <p:spPr>
          <a:xfrm>
            <a:off x="1828800" y="1174903"/>
            <a:ext cx="5486400" cy="246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2"/>
          <p:cNvSpPr txBox="1">
            <a:spLocks noGrp="1"/>
          </p:cNvSpPr>
          <p:nvPr>
            <p:ph type="subTitle" idx="1"/>
          </p:nvPr>
        </p:nvSpPr>
        <p:spPr>
          <a:xfrm>
            <a:off x="1828800" y="3877100"/>
            <a:ext cx="5486400" cy="365700"/>
          </a:xfrm>
          <a:prstGeom prst="rect">
            <a:avLst/>
          </a:prstGeom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1371300" y="742950"/>
            <a:ext cx="6492300" cy="3749100"/>
            <a:chOff x="1371300" y="742950"/>
            <a:chExt cx="6492300" cy="3749100"/>
          </a:xfrm>
        </p:grpSpPr>
        <p:sp>
          <p:nvSpPr>
            <p:cNvPr id="36" name="Google Shape;36;p3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3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38" name="Google Shape;38;p3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9" name="Google Shape;39;p3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40" name="Google Shape;40;p3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41" name="Google Shape;41;p3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2" name="Google Shape;42;p3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43" name="Google Shape;43;p3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44" name="Google Shape;44;p3"/>
              <p:cNvCxnSpPr/>
              <p:nvPr/>
            </p:nvCxnSpPr>
            <p:spPr>
              <a:xfrm>
                <a:off x="6827699" y="1017288"/>
                <a:ext cx="2085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45" name="Google Shape;45;p3"/>
          <p:cNvSpPr txBox="1">
            <a:spLocks noGrp="1"/>
          </p:cNvSpPr>
          <p:nvPr>
            <p:ph type="title"/>
          </p:nvPr>
        </p:nvSpPr>
        <p:spPr>
          <a:xfrm>
            <a:off x="1828800" y="2114550"/>
            <a:ext cx="54864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46" name="Google Shape;46;p3"/>
          <p:cNvSpPr txBox="1">
            <a:spLocks noGrp="1"/>
          </p:cNvSpPr>
          <p:nvPr>
            <p:ph type="title" idx="2" hasCustomPrompt="1"/>
          </p:nvPr>
        </p:nvSpPr>
        <p:spPr>
          <a:xfrm>
            <a:off x="947550" y="679350"/>
            <a:ext cx="1368300" cy="137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7" name="Google Shape;47;p3"/>
          <p:cNvSpPr txBox="1">
            <a:spLocks noGrp="1"/>
          </p:cNvSpPr>
          <p:nvPr>
            <p:ph type="subTitle" idx="1"/>
          </p:nvPr>
        </p:nvSpPr>
        <p:spPr>
          <a:xfrm>
            <a:off x="2286000" y="3952891"/>
            <a:ext cx="4572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6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" name="Google Shape;83;p6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84" name="Google Shape;84;p6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5" name="Google Shape;85;p6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86" name="Google Shape;86;p6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87" name="Google Shape;87;p6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88" name="Google Shape;88;p6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89" name="Google Shape;89;p6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90" name="Google Shape;90;p6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1" name="Google Shape;91;p6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92" name="Google Shape;92;p6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93" name="Google Shape;93;p6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94" name="Google Shape;94;p6"/>
          <p:cNvSpPr txBox="1">
            <a:spLocks noGrp="1"/>
          </p:cNvSpPr>
          <p:nvPr>
            <p:ph type="title"/>
          </p:nvPr>
        </p:nvSpPr>
        <p:spPr>
          <a:xfrm>
            <a:off x="715125" y="731525"/>
            <a:ext cx="77139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9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4" name="Google Shape;144;p9"/>
          <p:cNvGrpSpPr/>
          <p:nvPr/>
        </p:nvGrpSpPr>
        <p:grpSpPr>
          <a:xfrm>
            <a:off x="2025281" y="535000"/>
            <a:ext cx="6492300" cy="3749100"/>
            <a:chOff x="1371300" y="742950"/>
            <a:chExt cx="6492300" cy="3749100"/>
          </a:xfrm>
        </p:grpSpPr>
        <p:sp>
          <p:nvSpPr>
            <p:cNvPr id="145" name="Google Shape;145;p9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6" name="Google Shape;146;p9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147" name="Google Shape;147;p9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8" name="Google Shape;148;p9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149" name="Google Shape;149;p9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50" name="Google Shape;150;p9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51" name="Google Shape;151;p9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52" name="Google Shape;152;p9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3" name="Google Shape;153;p9"/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54" name="Google Shape;154;p9"/>
          <p:cNvGrpSpPr/>
          <p:nvPr/>
        </p:nvGrpSpPr>
        <p:grpSpPr>
          <a:xfrm>
            <a:off x="1371300" y="742950"/>
            <a:ext cx="6492300" cy="3749100"/>
            <a:chOff x="1371300" y="742950"/>
            <a:chExt cx="6492300" cy="3749100"/>
          </a:xfrm>
        </p:grpSpPr>
        <p:sp>
          <p:nvSpPr>
            <p:cNvPr id="155" name="Google Shape;155;p9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6" name="Google Shape;156;p9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157" name="Google Shape;157;p9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8" name="Google Shape;158;p9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159" name="Google Shape;159;p9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60" name="Google Shape;160;p9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1" name="Google Shape;161;p9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62" name="Google Shape;162;p9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63" name="Google Shape;163;p9"/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64" name="Google Shape;164;p9"/>
          <p:cNvSpPr txBox="1">
            <a:spLocks noGrp="1"/>
          </p:cNvSpPr>
          <p:nvPr>
            <p:ph type="title"/>
          </p:nvPr>
        </p:nvSpPr>
        <p:spPr>
          <a:xfrm>
            <a:off x="2057400" y="1680088"/>
            <a:ext cx="50292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5" name="Google Shape;165;p9"/>
          <p:cNvSpPr txBox="1">
            <a:spLocks noGrp="1"/>
          </p:cNvSpPr>
          <p:nvPr>
            <p:ph type="subTitle" idx="1"/>
          </p:nvPr>
        </p:nvSpPr>
        <p:spPr>
          <a:xfrm>
            <a:off x="2057400" y="2549013"/>
            <a:ext cx="50292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5" name="Google Shape;185;p13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186" name="Google Shape;186;p13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7" name="Google Shape;187;p13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188" name="Google Shape;188;p13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189" name="Google Shape;189;p13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90" name="Google Shape;190;p13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91" name="Google Shape;191;p13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92" name="Google Shape;192;p13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" name="Google Shape;193;p13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94" name="Google Shape;194;p13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95" name="Google Shape;195;p13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96" name="Google Shape;196;p13"/>
          <p:cNvSpPr txBox="1">
            <a:spLocks noGrp="1"/>
          </p:cNvSpPr>
          <p:nvPr>
            <p:ph type="subTitle" idx="1"/>
          </p:nvPr>
        </p:nvSpPr>
        <p:spPr>
          <a:xfrm>
            <a:off x="1957976" y="1802875"/>
            <a:ext cx="2377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7" name="Google Shape;197;p13"/>
          <p:cNvSpPr txBox="1">
            <a:spLocks noGrp="1"/>
          </p:cNvSpPr>
          <p:nvPr>
            <p:ph type="subTitle" idx="2"/>
          </p:nvPr>
        </p:nvSpPr>
        <p:spPr>
          <a:xfrm>
            <a:off x="1957956" y="3399150"/>
            <a:ext cx="2377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8" name="Google Shape;198;p13"/>
          <p:cNvSpPr txBox="1">
            <a:spLocks noGrp="1"/>
          </p:cNvSpPr>
          <p:nvPr>
            <p:ph type="subTitle" idx="3"/>
          </p:nvPr>
        </p:nvSpPr>
        <p:spPr>
          <a:xfrm>
            <a:off x="5997466" y="1803588"/>
            <a:ext cx="2377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9" name="Google Shape;199;p13"/>
          <p:cNvSpPr txBox="1">
            <a:spLocks noGrp="1"/>
          </p:cNvSpPr>
          <p:nvPr>
            <p:ph type="subTitle" idx="4"/>
          </p:nvPr>
        </p:nvSpPr>
        <p:spPr>
          <a:xfrm>
            <a:off x="6043506" y="3399143"/>
            <a:ext cx="22860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00" name="Google Shape;200;p13"/>
          <p:cNvSpPr txBox="1">
            <a:spLocks noGrp="1"/>
          </p:cNvSpPr>
          <p:nvPr>
            <p:ph type="title" hasCustomPrompt="1"/>
          </p:nvPr>
        </p:nvSpPr>
        <p:spPr>
          <a:xfrm>
            <a:off x="769317" y="1802875"/>
            <a:ext cx="1188600" cy="1097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1" name="Google Shape;201;p13"/>
          <p:cNvSpPr txBox="1">
            <a:spLocks noGrp="1"/>
          </p:cNvSpPr>
          <p:nvPr>
            <p:ph type="subTitle" idx="5"/>
          </p:nvPr>
        </p:nvSpPr>
        <p:spPr>
          <a:xfrm>
            <a:off x="1957976" y="2261521"/>
            <a:ext cx="237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13"/>
          <p:cNvSpPr txBox="1">
            <a:spLocks noGrp="1"/>
          </p:cNvSpPr>
          <p:nvPr>
            <p:ph type="title" idx="6" hasCustomPrompt="1"/>
          </p:nvPr>
        </p:nvSpPr>
        <p:spPr>
          <a:xfrm>
            <a:off x="4808859" y="1803600"/>
            <a:ext cx="1188600" cy="1097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3" name="Google Shape;203;p13"/>
          <p:cNvSpPr txBox="1">
            <a:spLocks noGrp="1"/>
          </p:cNvSpPr>
          <p:nvPr>
            <p:ph type="subTitle" idx="7"/>
          </p:nvPr>
        </p:nvSpPr>
        <p:spPr>
          <a:xfrm>
            <a:off x="5997466" y="2260800"/>
            <a:ext cx="237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13"/>
          <p:cNvSpPr txBox="1">
            <a:spLocks noGrp="1"/>
          </p:cNvSpPr>
          <p:nvPr>
            <p:ph type="title" idx="8" hasCustomPrompt="1"/>
          </p:nvPr>
        </p:nvSpPr>
        <p:spPr>
          <a:xfrm>
            <a:off x="769347" y="3399150"/>
            <a:ext cx="1188600" cy="1097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5" name="Google Shape;205;p13"/>
          <p:cNvSpPr txBox="1">
            <a:spLocks noGrp="1"/>
          </p:cNvSpPr>
          <p:nvPr>
            <p:ph type="subTitle" idx="9"/>
          </p:nvPr>
        </p:nvSpPr>
        <p:spPr>
          <a:xfrm>
            <a:off x="1957956" y="3856343"/>
            <a:ext cx="237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13"/>
          <p:cNvSpPr txBox="1">
            <a:spLocks noGrp="1"/>
          </p:cNvSpPr>
          <p:nvPr>
            <p:ph type="title" idx="13" hasCustomPrompt="1"/>
          </p:nvPr>
        </p:nvSpPr>
        <p:spPr>
          <a:xfrm>
            <a:off x="4854897" y="3399143"/>
            <a:ext cx="1188600" cy="1097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7" name="Google Shape;207;p13"/>
          <p:cNvSpPr txBox="1">
            <a:spLocks noGrp="1"/>
          </p:cNvSpPr>
          <p:nvPr>
            <p:ph type="subTitle" idx="14"/>
          </p:nvPr>
        </p:nvSpPr>
        <p:spPr>
          <a:xfrm>
            <a:off x="6043506" y="3856343"/>
            <a:ext cx="22860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13"/>
          <p:cNvSpPr txBox="1">
            <a:spLocks noGrp="1"/>
          </p:cNvSpPr>
          <p:nvPr>
            <p:ph type="title" idx="15"/>
          </p:nvPr>
        </p:nvSpPr>
        <p:spPr>
          <a:xfrm>
            <a:off x="715650" y="731525"/>
            <a:ext cx="77133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TITLE_AND_TWO_COLUMNS_1"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17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3" name="Google Shape;263;p17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264" name="Google Shape;264;p17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5" name="Google Shape;265;p17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266" name="Google Shape;266;p17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267" name="Google Shape;267;p17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268" name="Google Shape;268;p17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69" name="Google Shape;269;p17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70" name="Google Shape;270;p17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71" name="Google Shape;271;p17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272" name="Google Shape;272;p17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73" name="Google Shape;273;p17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74" name="Google Shape;274;p17"/>
          <p:cNvSpPr txBox="1">
            <a:spLocks noGrp="1"/>
          </p:cNvSpPr>
          <p:nvPr>
            <p:ph type="subTitle" idx="1"/>
          </p:nvPr>
        </p:nvSpPr>
        <p:spPr>
          <a:xfrm>
            <a:off x="714325" y="2754900"/>
            <a:ext cx="36747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17"/>
          <p:cNvSpPr txBox="1">
            <a:spLocks noGrp="1"/>
          </p:cNvSpPr>
          <p:nvPr>
            <p:ph type="title"/>
          </p:nvPr>
        </p:nvSpPr>
        <p:spPr>
          <a:xfrm>
            <a:off x="714325" y="731400"/>
            <a:ext cx="3674700" cy="18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91440"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17"/>
          <p:cNvSpPr>
            <a:spLocks noGrp="1"/>
          </p:cNvSpPr>
          <p:nvPr>
            <p:ph type="pic" idx="2"/>
          </p:nvPr>
        </p:nvSpPr>
        <p:spPr>
          <a:xfrm>
            <a:off x="4769625" y="1271375"/>
            <a:ext cx="3644400" cy="3217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18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9" name="Google Shape;279;p18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280" name="Google Shape;280;p18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1" name="Google Shape;281;p18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282" name="Google Shape;282;p18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283" name="Google Shape;283;p18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284" name="Google Shape;284;p18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85" name="Google Shape;285;p18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86" name="Google Shape;286;p18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87" name="Google Shape;287;p18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288" name="Google Shape;288;p18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89" name="Google Shape;289;p18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90" name="Google Shape;290;p18"/>
          <p:cNvSpPr txBox="1">
            <a:spLocks noGrp="1"/>
          </p:cNvSpPr>
          <p:nvPr>
            <p:ph type="title"/>
          </p:nvPr>
        </p:nvSpPr>
        <p:spPr>
          <a:xfrm>
            <a:off x="713232" y="731520"/>
            <a:ext cx="77175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18"/>
          <p:cNvSpPr txBox="1">
            <a:spLocks noGrp="1"/>
          </p:cNvSpPr>
          <p:nvPr>
            <p:ph type="subTitle" idx="1"/>
          </p:nvPr>
        </p:nvSpPr>
        <p:spPr>
          <a:xfrm>
            <a:off x="780350" y="2571436"/>
            <a:ext cx="21972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2" name="Google Shape;292;p18"/>
          <p:cNvSpPr txBox="1">
            <a:spLocks noGrp="1"/>
          </p:cNvSpPr>
          <p:nvPr>
            <p:ph type="subTitle" idx="2"/>
          </p:nvPr>
        </p:nvSpPr>
        <p:spPr>
          <a:xfrm>
            <a:off x="781700" y="3053825"/>
            <a:ext cx="2194500" cy="11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18"/>
          <p:cNvSpPr txBox="1">
            <a:spLocks noGrp="1"/>
          </p:cNvSpPr>
          <p:nvPr>
            <p:ph type="subTitle" idx="3"/>
          </p:nvPr>
        </p:nvSpPr>
        <p:spPr>
          <a:xfrm>
            <a:off x="3474800" y="3053825"/>
            <a:ext cx="2194500" cy="11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18"/>
          <p:cNvSpPr txBox="1">
            <a:spLocks noGrp="1"/>
          </p:cNvSpPr>
          <p:nvPr>
            <p:ph type="subTitle" idx="4"/>
          </p:nvPr>
        </p:nvSpPr>
        <p:spPr>
          <a:xfrm>
            <a:off x="6167776" y="3053833"/>
            <a:ext cx="2194500" cy="11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18"/>
          <p:cNvSpPr txBox="1">
            <a:spLocks noGrp="1"/>
          </p:cNvSpPr>
          <p:nvPr>
            <p:ph type="subTitle" idx="5"/>
          </p:nvPr>
        </p:nvSpPr>
        <p:spPr>
          <a:xfrm>
            <a:off x="3474800" y="2571425"/>
            <a:ext cx="2194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6" name="Google Shape;296;p18"/>
          <p:cNvSpPr txBox="1">
            <a:spLocks noGrp="1"/>
          </p:cNvSpPr>
          <p:nvPr>
            <p:ph type="subTitle" idx="6"/>
          </p:nvPr>
        </p:nvSpPr>
        <p:spPr>
          <a:xfrm>
            <a:off x="6167776" y="2571426"/>
            <a:ext cx="2194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20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9" name="Google Shape;319;p20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320" name="Google Shape;320;p20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1" name="Google Shape;321;p20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322" name="Google Shape;322;p20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323" name="Google Shape;323;p20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324" name="Google Shape;324;p20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325" name="Google Shape;325;p20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326" name="Google Shape;326;p20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27" name="Google Shape;327;p20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328" name="Google Shape;328;p20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29" name="Google Shape;329;p20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30" name="Google Shape;330;p20"/>
          <p:cNvSpPr txBox="1">
            <a:spLocks noGrp="1"/>
          </p:cNvSpPr>
          <p:nvPr>
            <p:ph type="title"/>
          </p:nvPr>
        </p:nvSpPr>
        <p:spPr>
          <a:xfrm>
            <a:off x="715100" y="731400"/>
            <a:ext cx="77139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31" name="Google Shape;331;p20"/>
          <p:cNvSpPr txBox="1">
            <a:spLocks noGrp="1"/>
          </p:cNvSpPr>
          <p:nvPr>
            <p:ph type="subTitle" idx="1"/>
          </p:nvPr>
        </p:nvSpPr>
        <p:spPr>
          <a:xfrm>
            <a:off x="5918599" y="3396625"/>
            <a:ext cx="2377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32" name="Google Shape;332;p20"/>
          <p:cNvSpPr txBox="1">
            <a:spLocks noGrp="1"/>
          </p:cNvSpPr>
          <p:nvPr>
            <p:ph type="subTitle" idx="2"/>
          </p:nvPr>
        </p:nvSpPr>
        <p:spPr>
          <a:xfrm>
            <a:off x="5918599" y="3855625"/>
            <a:ext cx="2377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3" name="Google Shape;333;p20"/>
          <p:cNvSpPr txBox="1">
            <a:spLocks noGrp="1"/>
          </p:cNvSpPr>
          <p:nvPr>
            <p:ph type="subTitle" idx="3"/>
          </p:nvPr>
        </p:nvSpPr>
        <p:spPr>
          <a:xfrm>
            <a:off x="1878800" y="2263125"/>
            <a:ext cx="2377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4" name="Google Shape;334;p20"/>
          <p:cNvSpPr txBox="1">
            <a:spLocks noGrp="1"/>
          </p:cNvSpPr>
          <p:nvPr>
            <p:ph type="subTitle" idx="4"/>
          </p:nvPr>
        </p:nvSpPr>
        <p:spPr>
          <a:xfrm>
            <a:off x="1878800" y="3855634"/>
            <a:ext cx="2377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5" name="Google Shape;335;p20"/>
          <p:cNvSpPr txBox="1">
            <a:spLocks noGrp="1"/>
          </p:cNvSpPr>
          <p:nvPr>
            <p:ph type="subTitle" idx="5"/>
          </p:nvPr>
        </p:nvSpPr>
        <p:spPr>
          <a:xfrm>
            <a:off x="5918599" y="2260100"/>
            <a:ext cx="2377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6" name="Google Shape;336;p20"/>
          <p:cNvSpPr txBox="1">
            <a:spLocks noGrp="1"/>
          </p:cNvSpPr>
          <p:nvPr>
            <p:ph type="subTitle" idx="6"/>
          </p:nvPr>
        </p:nvSpPr>
        <p:spPr>
          <a:xfrm>
            <a:off x="1878800" y="3396625"/>
            <a:ext cx="2377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37" name="Google Shape;337;p20"/>
          <p:cNvSpPr txBox="1">
            <a:spLocks noGrp="1"/>
          </p:cNvSpPr>
          <p:nvPr>
            <p:ph type="subTitle" idx="7"/>
          </p:nvPr>
        </p:nvSpPr>
        <p:spPr>
          <a:xfrm>
            <a:off x="1878800" y="1801544"/>
            <a:ext cx="2377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38" name="Google Shape;338;p20"/>
          <p:cNvSpPr txBox="1">
            <a:spLocks noGrp="1"/>
          </p:cNvSpPr>
          <p:nvPr>
            <p:ph type="subTitle" idx="8"/>
          </p:nvPr>
        </p:nvSpPr>
        <p:spPr>
          <a:xfrm>
            <a:off x="5918599" y="1804550"/>
            <a:ext cx="2377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21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1" name="Google Shape;341;p21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342" name="Google Shape;342;p21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3" name="Google Shape;343;p21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344" name="Google Shape;344;p21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345" name="Google Shape;345;p21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346" name="Google Shape;346;p21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347" name="Google Shape;347;p21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348" name="Google Shape;348;p21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9" name="Google Shape;349;p21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350" name="Google Shape;350;p21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51" name="Google Shape;351;p21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52" name="Google Shape;352;p21"/>
          <p:cNvSpPr txBox="1">
            <a:spLocks noGrp="1"/>
          </p:cNvSpPr>
          <p:nvPr>
            <p:ph type="title"/>
          </p:nvPr>
        </p:nvSpPr>
        <p:spPr>
          <a:xfrm>
            <a:off x="715100" y="731525"/>
            <a:ext cx="77139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53" name="Google Shape;353;p21"/>
          <p:cNvSpPr txBox="1">
            <a:spLocks noGrp="1"/>
          </p:cNvSpPr>
          <p:nvPr>
            <p:ph type="subTitle" idx="1"/>
          </p:nvPr>
        </p:nvSpPr>
        <p:spPr>
          <a:xfrm>
            <a:off x="3474800" y="2261076"/>
            <a:ext cx="2194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4" name="Google Shape;354;p21"/>
          <p:cNvSpPr txBox="1">
            <a:spLocks noGrp="1"/>
          </p:cNvSpPr>
          <p:nvPr>
            <p:ph type="subTitle" idx="2"/>
          </p:nvPr>
        </p:nvSpPr>
        <p:spPr>
          <a:xfrm>
            <a:off x="6166650" y="2261076"/>
            <a:ext cx="2194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5" name="Google Shape;355;p21"/>
          <p:cNvSpPr txBox="1">
            <a:spLocks noGrp="1"/>
          </p:cNvSpPr>
          <p:nvPr>
            <p:ph type="subTitle" idx="3"/>
          </p:nvPr>
        </p:nvSpPr>
        <p:spPr>
          <a:xfrm>
            <a:off x="3474308" y="3853932"/>
            <a:ext cx="2194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6" name="Google Shape;356;p21"/>
          <p:cNvSpPr txBox="1">
            <a:spLocks noGrp="1"/>
          </p:cNvSpPr>
          <p:nvPr>
            <p:ph type="subTitle" idx="4"/>
          </p:nvPr>
        </p:nvSpPr>
        <p:spPr>
          <a:xfrm>
            <a:off x="781538" y="2261076"/>
            <a:ext cx="2194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7" name="Google Shape;357;p21"/>
          <p:cNvSpPr txBox="1">
            <a:spLocks noGrp="1"/>
          </p:cNvSpPr>
          <p:nvPr>
            <p:ph type="subTitle" idx="5"/>
          </p:nvPr>
        </p:nvSpPr>
        <p:spPr>
          <a:xfrm>
            <a:off x="781548" y="3853932"/>
            <a:ext cx="2194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8" name="Google Shape;358;p21"/>
          <p:cNvSpPr txBox="1">
            <a:spLocks noGrp="1"/>
          </p:cNvSpPr>
          <p:nvPr>
            <p:ph type="subTitle" idx="6"/>
          </p:nvPr>
        </p:nvSpPr>
        <p:spPr>
          <a:xfrm>
            <a:off x="6168018" y="3853932"/>
            <a:ext cx="2194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9" name="Google Shape;359;p21"/>
          <p:cNvSpPr txBox="1">
            <a:spLocks noGrp="1"/>
          </p:cNvSpPr>
          <p:nvPr>
            <p:ph type="subTitle" idx="7"/>
          </p:nvPr>
        </p:nvSpPr>
        <p:spPr>
          <a:xfrm>
            <a:off x="3474750" y="1803550"/>
            <a:ext cx="2194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60" name="Google Shape;360;p21"/>
          <p:cNvSpPr txBox="1">
            <a:spLocks noGrp="1"/>
          </p:cNvSpPr>
          <p:nvPr>
            <p:ph type="subTitle" idx="8"/>
          </p:nvPr>
        </p:nvSpPr>
        <p:spPr>
          <a:xfrm>
            <a:off x="6166650" y="1803550"/>
            <a:ext cx="2194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61" name="Google Shape;361;p21"/>
          <p:cNvSpPr txBox="1">
            <a:spLocks noGrp="1"/>
          </p:cNvSpPr>
          <p:nvPr>
            <p:ph type="subTitle" idx="9"/>
          </p:nvPr>
        </p:nvSpPr>
        <p:spPr>
          <a:xfrm>
            <a:off x="3475767" y="3401300"/>
            <a:ext cx="21927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62" name="Google Shape;362;p21"/>
          <p:cNvSpPr txBox="1">
            <a:spLocks noGrp="1"/>
          </p:cNvSpPr>
          <p:nvPr>
            <p:ph type="subTitle" idx="13"/>
          </p:nvPr>
        </p:nvSpPr>
        <p:spPr>
          <a:xfrm>
            <a:off x="781538" y="1803550"/>
            <a:ext cx="2194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63" name="Google Shape;363;p21"/>
          <p:cNvSpPr txBox="1">
            <a:spLocks noGrp="1"/>
          </p:cNvSpPr>
          <p:nvPr>
            <p:ph type="subTitle" idx="14"/>
          </p:nvPr>
        </p:nvSpPr>
        <p:spPr>
          <a:xfrm>
            <a:off x="781552" y="3401312"/>
            <a:ext cx="2194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64" name="Google Shape;364;p21"/>
          <p:cNvSpPr txBox="1">
            <a:spLocks noGrp="1"/>
          </p:cNvSpPr>
          <p:nvPr>
            <p:ph type="subTitle" idx="15"/>
          </p:nvPr>
        </p:nvSpPr>
        <p:spPr>
          <a:xfrm>
            <a:off x="6168018" y="3401300"/>
            <a:ext cx="2194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2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6" name="Google Shape;386;p23"/>
          <p:cNvGrpSpPr/>
          <p:nvPr/>
        </p:nvGrpSpPr>
        <p:grpSpPr>
          <a:xfrm>
            <a:off x="914400" y="535100"/>
            <a:ext cx="7406700" cy="4164575"/>
            <a:chOff x="914400" y="535100"/>
            <a:chExt cx="7406700" cy="4164575"/>
          </a:xfrm>
        </p:grpSpPr>
        <p:sp>
          <p:nvSpPr>
            <p:cNvPr id="387" name="Google Shape;387;p23"/>
            <p:cNvSpPr/>
            <p:nvPr/>
          </p:nvSpPr>
          <p:spPr>
            <a:xfrm>
              <a:off x="1005900" y="626275"/>
              <a:ext cx="7315200" cy="40734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88" name="Google Shape;388;p23"/>
            <p:cNvGrpSpPr/>
            <p:nvPr/>
          </p:nvGrpSpPr>
          <p:grpSpPr>
            <a:xfrm>
              <a:off x="914400" y="535100"/>
              <a:ext cx="7315200" cy="4073400"/>
              <a:chOff x="914400" y="535100"/>
              <a:chExt cx="7315200" cy="4073400"/>
            </a:xfrm>
          </p:grpSpPr>
          <p:sp>
            <p:nvSpPr>
              <p:cNvPr id="389" name="Google Shape;389;p23"/>
              <p:cNvSpPr/>
              <p:nvPr/>
            </p:nvSpPr>
            <p:spPr>
              <a:xfrm>
                <a:off x="914400" y="535100"/>
                <a:ext cx="7315200" cy="40734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90" name="Google Shape;390;p23"/>
              <p:cNvGrpSpPr/>
              <p:nvPr/>
            </p:nvGrpSpPr>
            <p:grpSpPr>
              <a:xfrm>
                <a:off x="7955100" y="6263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391" name="Google Shape;391;p23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92" name="Google Shape;392;p23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393" name="Google Shape;393;p23"/>
              <p:cNvSpPr/>
              <p:nvPr/>
            </p:nvSpPr>
            <p:spPr>
              <a:xfrm>
                <a:off x="7635000" y="6263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94" name="Google Shape;394;p23"/>
              <p:cNvCxnSpPr/>
              <p:nvPr/>
            </p:nvCxnSpPr>
            <p:spPr>
              <a:xfrm>
                <a:off x="7284899" y="8093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5" name="Google Shape;395;p23"/>
              <p:cNvCxnSpPr/>
              <p:nvPr/>
            </p:nvCxnSpPr>
            <p:spPr>
              <a:xfrm>
                <a:off x="916188" y="900697"/>
                <a:ext cx="7310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96" name="Google Shape;396;p23"/>
          <p:cNvSpPr txBox="1">
            <a:spLocks noGrp="1"/>
          </p:cNvSpPr>
          <p:nvPr>
            <p:ph type="ctrTitle"/>
          </p:nvPr>
        </p:nvSpPr>
        <p:spPr>
          <a:xfrm>
            <a:off x="2285980" y="984428"/>
            <a:ext cx="45720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97" name="Google Shape;397;p23"/>
          <p:cNvSpPr txBox="1">
            <a:spLocks noGrp="1"/>
          </p:cNvSpPr>
          <p:nvPr>
            <p:ph type="subTitle" idx="1"/>
          </p:nvPr>
        </p:nvSpPr>
        <p:spPr>
          <a:xfrm>
            <a:off x="2285980" y="1898836"/>
            <a:ext cx="45720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98" name="Google Shape;398;p23"/>
          <p:cNvSpPr txBox="1"/>
          <p:nvPr/>
        </p:nvSpPr>
        <p:spPr>
          <a:xfrm>
            <a:off x="2286020" y="3535412"/>
            <a:ext cx="4572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CREDITS</a:t>
            </a:r>
            <a:r>
              <a:rPr lang="en" sz="1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: This presentation template was created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, including icons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, and infographics &amp; images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2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Black"/>
              <a:buNone/>
              <a:defRPr sz="35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5" r:id="rId4"/>
    <p:sldLayoutId id="2147483658" r:id="rId5"/>
    <p:sldLayoutId id="2147483659" r:id="rId6"/>
    <p:sldLayoutId id="2147483663" r:id="rId7"/>
    <p:sldLayoutId id="2147483664" r:id="rId8"/>
    <p:sldLayoutId id="2147483666" r:id="rId9"/>
    <p:sldLayoutId id="2147483667" r:id="rId10"/>
    <p:sldLayoutId id="2147483669" r:id="rId11"/>
    <p:sldLayoutId id="2147483670" r:id="rId12"/>
    <p:sldLayoutId id="2147483671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0">
          <p15:clr>
            <a:srgbClr val="EA4335"/>
          </p15:clr>
        </p15:guide>
        <p15:guide id="2" orient="horz" pos="337">
          <p15:clr>
            <a:srgbClr val="EA4335"/>
          </p15:clr>
        </p15:guide>
        <p15:guide id="3" pos="5310">
          <p15:clr>
            <a:srgbClr val="EA4335"/>
          </p15:clr>
        </p15:guide>
        <p15:guide id="4" orient="horz" pos="2903">
          <p15:clr>
            <a:srgbClr val="EA4335"/>
          </p15:clr>
        </p15:guide>
        <p15:guide id="5" pos="2880">
          <p15:clr>
            <a:srgbClr val="EA4335"/>
          </p15:clr>
        </p15:guide>
        <p15:guide id="6" orient="horz" pos="1620">
          <p15:clr>
            <a:srgbClr val="EA4335"/>
          </p15:clr>
        </p15:guide>
        <p15:guide id="7" pos="173">
          <p15:clr>
            <a:srgbClr val="EA4335"/>
          </p15:clr>
        </p15:guide>
        <p15:guide id="8" orient="horz" pos="173">
          <p15:clr>
            <a:srgbClr val="EA4335"/>
          </p15:clr>
        </p15:guide>
        <p15:guide id="9" pos="5587">
          <p15:clr>
            <a:srgbClr val="EA4335"/>
          </p15:clr>
        </p15:guide>
        <p15:guide id="10" orient="horz" pos="3067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9"/>
          <p:cNvSpPr txBox="1">
            <a:spLocks noGrp="1"/>
          </p:cNvSpPr>
          <p:nvPr>
            <p:ph type="ctrTitle"/>
          </p:nvPr>
        </p:nvSpPr>
        <p:spPr>
          <a:xfrm>
            <a:off x="1828800" y="1174903"/>
            <a:ext cx="5486400" cy="246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Abstract Factory</a:t>
            </a:r>
            <a:endParaRPr dirty="0"/>
          </a:p>
        </p:txBody>
      </p:sp>
      <p:sp>
        <p:nvSpPr>
          <p:cNvPr id="413" name="Google Shape;413;p29"/>
          <p:cNvSpPr txBox="1">
            <a:spLocks noGrp="1"/>
          </p:cNvSpPr>
          <p:nvPr>
            <p:ph type="subTitle" idx="1"/>
          </p:nvPr>
        </p:nvSpPr>
        <p:spPr>
          <a:xfrm>
            <a:off x="1828800" y="3877100"/>
            <a:ext cx="54864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By Denis Mihalache</a:t>
            </a:r>
            <a:endParaRPr dirty="0"/>
          </a:p>
        </p:txBody>
      </p:sp>
      <p:sp>
        <p:nvSpPr>
          <p:cNvPr id="414" name="Google Shape;414;p29"/>
          <p:cNvSpPr/>
          <p:nvPr/>
        </p:nvSpPr>
        <p:spPr>
          <a:xfrm rot="-2700000">
            <a:off x="7125203" y="4050192"/>
            <a:ext cx="365716" cy="365716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5" name="Google Shape;415;p29"/>
          <p:cNvGrpSpPr/>
          <p:nvPr/>
        </p:nvGrpSpPr>
        <p:grpSpPr>
          <a:xfrm>
            <a:off x="136938" y="2571748"/>
            <a:ext cx="1827475" cy="1051350"/>
            <a:chOff x="274188" y="1278048"/>
            <a:chExt cx="1827475" cy="1051350"/>
          </a:xfrm>
        </p:grpSpPr>
        <p:sp>
          <p:nvSpPr>
            <p:cNvPr id="416" name="Google Shape;416;p29"/>
            <p:cNvSpPr/>
            <p:nvPr/>
          </p:nvSpPr>
          <p:spPr>
            <a:xfrm>
              <a:off x="364363" y="1369398"/>
              <a:ext cx="1737300" cy="9600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7" name="Google Shape;417;p29"/>
            <p:cNvGrpSpPr/>
            <p:nvPr/>
          </p:nvGrpSpPr>
          <p:grpSpPr>
            <a:xfrm>
              <a:off x="274188" y="1278048"/>
              <a:ext cx="1737300" cy="960000"/>
              <a:chOff x="7146475" y="2190661"/>
              <a:chExt cx="1737300" cy="960000"/>
            </a:xfrm>
          </p:grpSpPr>
          <p:sp>
            <p:nvSpPr>
              <p:cNvPr id="418" name="Google Shape;418;p29"/>
              <p:cNvSpPr/>
              <p:nvPr/>
            </p:nvSpPr>
            <p:spPr>
              <a:xfrm>
                <a:off x="7146475" y="2190661"/>
                <a:ext cx="1737300" cy="9600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419" name="Google Shape;419;p29"/>
              <p:cNvCxnSpPr/>
              <p:nvPr/>
            </p:nvCxnSpPr>
            <p:spPr>
              <a:xfrm>
                <a:off x="7151600" y="2373361"/>
                <a:ext cx="17247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20" name="Google Shape;420;p29"/>
            <p:cNvGrpSpPr/>
            <p:nvPr/>
          </p:nvGrpSpPr>
          <p:grpSpPr>
            <a:xfrm>
              <a:off x="447057" y="1555937"/>
              <a:ext cx="1391436" cy="587426"/>
              <a:chOff x="817139" y="2952501"/>
              <a:chExt cx="1391436" cy="587426"/>
            </a:xfrm>
          </p:grpSpPr>
          <p:sp>
            <p:nvSpPr>
              <p:cNvPr id="421" name="Google Shape;421;p29"/>
              <p:cNvSpPr/>
              <p:nvPr/>
            </p:nvSpPr>
            <p:spPr>
              <a:xfrm>
                <a:off x="834354" y="3033062"/>
                <a:ext cx="328236" cy="324038"/>
              </a:xfrm>
              <a:custGeom>
                <a:avLst/>
                <a:gdLst/>
                <a:ahLst/>
                <a:cxnLst/>
                <a:rect l="l" t="t" r="r" b="b"/>
                <a:pathLst>
                  <a:path w="8732" h="8733" extrusionOk="0">
                    <a:moveTo>
                      <a:pt x="4366" y="1"/>
                    </a:moveTo>
                    <a:cubicBezTo>
                      <a:pt x="1951" y="1"/>
                      <a:pt x="0" y="1952"/>
                      <a:pt x="0" y="4366"/>
                    </a:cubicBezTo>
                    <a:cubicBezTo>
                      <a:pt x="0" y="6757"/>
                      <a:pt x="1951" y="8732"/>
                      <a:pt x="4366" y="8732"/>
                    </a:cubicBezTo>
                    <a:cubicBezTo>
                      <a:pt x="6780" y="8732"/>
                      <a:pt x="8732" y="6757"/>
                      <a:pt x="8732" y="4366"/>
                    </a:cubicBezTo>
                    <a:cubicBezTo>
                      <a:pt x="8732" y="1952"/>
                      <a:pt x="6780" y="1"/>
                      <a:pt x="43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29"/>
              <p:cNvSpPr/>
              <p:nvPr/>
            </p:nvSpPr>
            <p:spPr>
              <a:xfrm>
                <a:off x="817139" y="3173107"/>
                <a:ext cx="735110" cy="366820"/>
              </a:xfrm>
              <a:custGeom>
                <a:avLst/>
                <a:gdLst/>
                <a:ahLst/>
                <a:cxnLst/>
                <a:rect l="l" t="t" r="r" b="b"/>
                <a:pathLst>
                  <a:path w="19556" h="9886" extrusionOk="0">
                    <a:moveTo>
                      <a:pt x="10025" y="0"/>
                    </a:moveTo>
                    <a:cubicBezTo>
                      <a:pt x="7970" y="0"/>
                      <a:pt x="5937" y="1254"/>
                      <a:pt x="5263" y="3544"/>
                    </a:cubicBezTo>
                    <a:cubicBezTo>
                      <a:pt x="4773" y="3298"/>
                      <a:pt x="4258" y="3184"/>
                      <a:pt x="3754" y="3184"/>
                    </a:cubicBezTo>
                    <a:cubicBezTo>
                      <a:pt x="2252" y="3184"/>
                      <a:pt x="848" y="4199"/>
                      <a:pt x="482" y="5787"/>
                    </a:cubicBezTo>
                    <a:cubicBezTo>
                      <a:pt x="0" y="7884"/>
                      <a:pt x="1590" y="9886"/>
                      <a:pt x="3723" y="9886"/>
                    </a:cubicBezTo>
                    <a:cubicBezTo>
                      <a:pt x="3748" y="9886"/>
                      <a:pt x="3774" y="9885"/>
                      <a:pt x="3799" y="9885"/>
                    </a:cubicBezTo>
                    <a:lnTo>
                      <a:pt x="15531" y="9885"/>
                    </a:lnTo>
                    <a:cubicBezTo>
                      <a:pt x="17750" y="9885"/>
                      <a:pt x="19555" y="8104"/>
                      <a:pt x="19555" y="5885"/>
                    </a:cubicBezTo>
                    <a:cubicBezTo>
                      <a:pt x="19555" y="3641"/>
                      <a:pt x="17750" y="1861"/>
                      <a:pt x="15531" y="1861"/>
                    </a:cubicBezTo>
                    <a:cubicBezTo>
                      <a:pt x="15019" y="1861"/>
                      <a:pt x="14531" y="1958"/>
                      <a:pt x="14068" y="2129"/>
                    </a:cubicBezTo>
                    <a:cubicBezTo>
                      <a:pt x="13064" y="681"/>
                      <a:pt x="11538" y="0"/>
                      <a:pt x="100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29"/>
              <p:cNvSpPr/>
              <p:nvPr/>
            </p:nvSpPr>
            <p:spPr>
              <a:xfrm>
                <a:off x="1739143" y="2952501"/>
                <a:ext cx="162314" cy="219958"/>
              </a:xfrm>
              <a:custGeom>
                <a:avLst/>
                <a:gdLst/>
                <a:ahLst/>
                <a:cxnLst/>
                <a:rect l="l" t="t" r="r" b="b"/>
                <a:pathLst>
                  <a:path w="4318" h="5928" extrusionOk="0">
                    <a:moveTo>
                      <a:pt x="2245" y="1"/>
                    </a:moveTo>
                    <a:cubicBezTo>
                      <a:pt x="1976" y="1"/>
                      <a:pt x="1708" y="25"/>
                      <a:pt x="1440" y="99"/>
                    </a:cubicBezTo>
                    <a:cubicBezTo>
                      <a:pt x="1196" y="147"/>
                      <a:pt x="976" y="245"/>
                      <a:pt x="757" y="367"/>
                    </a:cubicBezTo>
                    <a:cubicBezTo>
                      <a:pt x="489" y="513"/>
                      <a:pt x="245" y="708"/>
                      <a:pt x="1" y="928"/>
                    </a:cubicBezTo>
                    <a:lnTo>
                      <a:pt x="854" y="1952"/>
                    </a:lnTo>
                    <a:cubicBezTo>
                      <a:pt x="1050" y="1757"/>
                      <a:pt x="1269" y="1611"/>
                      <a:pt x="1489" y="1464"/>
                    </a:cubicBezTo>
                    <a:cubicBezTo>
                      <a:pt x="1659" y="1367"/>
                      <a:pt x="1854" y="1318"/>
                      <a:pt x="2049" y="1318"/>
                    </a:cubicBezTo>
                    <a:cubicBezTo>
                      <a:pt x="2196" y="1318"/>
                      <a:pt x="2367" y="1367"/>
                      <a:pt x="2464" y="1440"/>
                    </a:cubicBezTo>
                    <a:cubicBezTo>
                      <a:pt x="2562" y="1538"/>
                      <a:pt x="2635" y="1684"/>
                      <a:pt x="2610" y="1806"/>
                    </a:cubicBezTo>
                    <a:cubicBezTo>
                      <a:pt x="2610" y="1928"/>
                      <a:pt x="2586" y="2050"/>
                      <a:pt x="2537" y="2172"/>
                    </a:cubicBezTo>
                    <a:cubicBezTo>
                      <a:pt x="2488" y="2318"/>
                      <a:pt x="2391" y="2440"/>
                      <a:pt x="2293" y="2562"/>
                    </a:cubicBezTo>
                    <a:cubicBezTo>
                      <a:pt x="2171" y="2733"/>
                      <a:pt x="1879" y="3025"/>
                      <a:pt x="1489" y="3440"/>
                    </a:cubicBezTo>
                    <a:lnTo>
                      <a:pt x="50" y="4903"/>
                    </a:lnTo>
                    <a:lnTo>
                      <a:pt x="50" y="5928"/>
                    </a:lnTo>
                    <a:lnTo>
                      <a:pt x="4318" y="5928"/>
                    </a:lnTo>
                    <a:lnTo>
                      <a:pt x="4318" y="4659"/>
                    </a:lnTo>
                    <a:lnTo>
                      <a:pt x="2098" y="4659"/>
                    </a:lnTo>
                    <a:lnTo>
                      <a:pt x="2098" y="4611"/>
                    </a:lnTo>
                    <a:cubicBezTo>
                      <a:pt x="2757" y="4050"/>
                      <a:pt x="3171" y="3635"/>
                      <a:pt x="3367" y="3440"/>
                    </a:cubicBezTo>
                    <a:cubicBezTo>
                      <a:pt x="3562" y="3245"/>
                      <a:pt x="3708" y="3050"/>
                      <a:pt x="3854" y="2830"/>
                    </a:cubicBezTo>
                    <a:cubicBezTo>
                      <a:pt x="4098" y="2464"/>
                      <a:pt x="4220" y="2025"/>
                      <a:pt x="4220" y="1611"/>
                    </a:cubicBezTo>
                    <a:cubicBezTo>
                      <a:pt x="4220" y="1294"/>
                      <a:pt x="4123" y="1025"/>
                      <a:pt x="3952" y="781"/>
                    </a:cubicBezTo>
                    <a:cubicBezTo>
                      <a:pt x="3781" y="513"/>
                      <a:pt x="3562" y="318"/>
                      <a:pt x="3269" y="196"/>
                    </a:cubicBezTo>
                    <a:cubicBezTo>
                      <a:pt x="2952" y="50"/>
                      <a:pt x="2610" y="1"/>
                      <a:pt x="22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29"/>
              <p:cNvSpPr/>
              <p:nvPr/>
            </p:nvSpPr>
            <p:spPr>
              <a:xfrm>
                <a:off x="1926175" y="2955247"/>
                <a:ext cx="129310" cy="217213"/>
              </a:xfrm>
              <a:custGeom>
                <a:avLst/>
                <a:gdLst/>
                <a:ahLst/>
                <a:cxnLst/>
                <a:rect l="l" t="t" r="r" b="b"/>
                <a:pathLst>
                  <a:path w="3440" h="5854" extrusionOk="0">
                    <a:moveTo>
                      <a:pt x="2000" y="0"/>
                    </a:moveTo>
                    <a:lnTo>
                      <a:pt x="0" y="1659"/>
                    </a:lnTo>
                    <a:lnTo>
                      <a:pt x="805" y="2659"/>
                    </a:lnTo>
                    <a:lnTo>
                      <a:pt x="1488" y="2122"/>
                    </a:lnTo>
                    <a:cubicBezTo>
                      <a:pt x="1610" y="2000"/>
                      <a:pt x="1732" y="1878"/>
                      <a:pt x="1854" y="1732"/>
                    </a:cubicBezTo>
                    <a:lnTo>
                      <a:pt x="1854" y="1732"/>
                    </a:lnTo>
                    <a:cubicBezTo>
                      <a:pt x="1829" y="2049"/>
                      <a:pt x="1829" y="2390"/>
                      <a:pt x="1829" y="2756"/>
                    </a:cubicBezTo>
                    <a:lnTo>
                      <a:pt x="1829" y="5854"/>
                    </a:lnTo>
                    <a:lnTo>
                      <a:pt x="3439" y="5854"/>
                    </a:lnTo>
                    <a:lnTo>
                      <a:pt x="343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29"/>
              <p:cNvSpPr/>
              <p:nvPr/>
            </p:nvSpPr>
            <p:spPr>
              <a:xfrm>
                <a:off x="2096669" y="2952501"/>
                <a:ext cx="111905" cy="112354"/>
              </a:xfrm>
              <a:custGeom>
                <a:avLst/>
                <a:gdLst/>
                <a:ahLst/>
                <a:cxnLst/>
                <a:rect l="l" t="t" r="r" b="b"/>
                <a:pathLst>
                  <a:path w="2977" h="3028" extrusionOk="0">
                    <a:moveTo>
                      <a:pt x="1537" y="830"/>
                    </a:moveTo>
                    <a:cubicBezTo>
                      <a:pt x="1806" y="830"/>
                      <a:pt x="1928" y="1050"/>
                      <a:pt x="1928" y="1513"/>
                    </a:cubicBezTo>
                    <a:cubicBezTo>
                      <a:pt x="1928" y="1977"/>
                      <a:pt x="1806" y="2220"/>
                      <a:pt x="1537" y="2220"/>
                    </a:cubicBezTo>
                    <a:cubicBezTo>
                      <a:pt x="1415" y="2220"/>
                      <a:pt x="1293" y="2147"/>
                      <a:pt x="1220" y="2050"/>
                    </a:cubicBezTo>
                    <a:cubicBezTo>
                      <a:pt x="1147" y="1879"/>
                      <a:pt x="1123" y="1684"/>
                      <a:pt x="1123" y="1513"/>
                    </a:cubicBezTo>
                    <a:lnTo>
                      <a:pt x="1147" y="1513"/>
                    </a:lnTo>
                    <a:cubicBezTo>
                      <a:pt x="1147" y="1050"/>
                      <a:pt x="1269" y="830"/>
                      <a:pt x="1537" y="830"/>
                    </a:cubicBezTo>
                    <a:close/>
                    <a:moveTo>
                      <a:pt x="1562" y="1"/>
                    </a:moveTo>
                    <a:cubicBezTo>
                      <a:pt x="1171" y="1"/>
                      <a:pt x="781" y="147"/>
                      <a:pt x="513" y="416"/>
                    </a:cubicBezTo>
                    <a:cubicBezTo>
                      <a:pt x="1" y="1050"/>
                      <a:pt x="1" y="1977"/>
                      <a:pt x="513" y="2611"/>
                    </a:cubicBezTo>
                    <a:cubicBezTo>
                      <a:pt x="764" y="2862"/>
                      <a:pt x="1101" y="3028"/>
                      <a:pt x="1463" y="3028"/>
                    </a:cubicBezTo>
                    <a:cubicBezTo>
                      <a:pt x="1488" y="3028"/>
                      <a:pt x="1513" y="3027"/>
                      <a:pt x="1537" y="3025"/>
                    </a:cubicBezTo>
                    <a:cubicBezTo>
                      <a:pt x="1565" y="3027"/>
                      <a:pt x="1593" y="3028"/>
                      <a:pt x="1621" y="3028"/>
                    </a:cubicBezTo>
                    <a:cubicBezTo>
                      <a:pt x="1980" y="3028"/>
                      <a:pt x="2314" y="2882"/>
                      <a:pt x="2586" y="2611"/>
                    </a:cubicBezTo>
                    <a:cubicBezTo>
                      <a:pt x="2854" y="2318"/>
                      <a:pt x="2976" y="1928"/>
                      <a:pt x="2952" y="1513"/>
                    </a:cubicBezTo>
                    <a:cubicBezTo>
                      <a:pt x="2976" y="1123"/>
                      <a:pt x="2830" y="733"/>
                      <a:pt x="2586" y="416"/>
                    </a:cubicBezTo>
                    <a:cubicBezTo>
                      <a:pt x="2318" y="147"/>
                      <a:pt x="1928" y="1"/>
                      <a:pt x="15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26" name="Google Shape;426;p29"/>
          <p:cNvSpPr/>
          <p:nvPr/>
        </p:nvSpPr>
        <p:spPr>
          <a:xfrm>
            <a:off x="1099325" y="4259275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7" name="Google Shape;427;p29"/>
          <p:cNvGrpSpPr/>
          <p:nvPr/>
        </p:nvGrpSpPr>
        <p:grpSpPr>
          <a:xfrm>
            <a:off x="6761147" y="3414805"/>
            <a:ext cx="689546" cy="208288"/>
            <a:chOff x="6761147" y="3414805"/>
            <a:chExt cx="689546" cy="208288"/>
          </a:xfrm>
        </p:grpSpPr>
        <p:sp>
          <p:nvSpPr>
            <p:cNvPr id="428" name="Google Shape;428;p29"/>
            <p:cNvSpPr/>
            <p:nvPr/>
          </p:nvSpPr>
          <p:spPr>
            <a:xfrm>
              <a:off x="6993487" y="3563457"/>
              <a:ext cx="457207" cy="59636"/>
            </a:xfrm>
            <a:custGeom>
              <a:avLst/>
              <a:gdLst/>
              <a:ahLst/>
              <a:cxnLst/>
              <a:rect l="l" t="t" r="r" b="b"/>
              <a:pathLst>
                <a:path w="8294" h="952" extrusionOk="0">
                  <a:moveTo>
                    <a:pt x="415" y="0"/>
                  </a:moveTo>
                  <a:cubicBezTo>
                    <a:pt x="757" y="0"/>
                    <a:pt x="952" y="439"/>
                    <a:pt x="708" y="683"/>
                  </a:cubicBezTo>
                  <a:cubicBezTo>
                    <a:pt x="440" y="951"/>
                    <a:pt x="1" y="756"/>
                    <a:pt x="25" y="390"/>
                  </a:cubicBezTo>
                  <a:cubicBezTo>
                    <a:pt x="25" y="171"/>
                    <a:pt x="196" y="0"/>
                    <a:pt x="415" y="0"/>
                  </a:cubicBezTo>
                  <a:close/>
                  <a:moveTo>
                    <a:pt x="7757" y="0"/>
                  </a:moveTo>
                  <a:cubicBezTo>
                    <a:pt x="8123" y="0"/>
                    <a:pt x="8293" y="439"/>
                    <a:pt x="8025" y="683"/>
                  </a:cubicBezTo>
                  <a:cubicBezTo>
                    <a:pt x="7781" y="951"/>
                    <a:pt x="7342" y="756"/>
                    <a:pt x="7342" y="415"/>
                  </a:cubicBezTo>
                  <a:cubicBezTo>
                    <a:pt x="7342" y="195"/>
                    <a:pt x="7537" y="0"/>
                    <a:pt x="7757" y="0"/>
                  </a:cubicBezTo>
                  <a:close/>
                  <a:moveTo>
                    <a:pt x="5928" y="0"/>
                  </a:moveTo>
                  <a:cubicBezTo>
                    <a:pt x="6293" y="24"/>
                    <a:pt x="6440" y="463"/>
                    <a:pt x="6171" y="707"/>
                  </a:cubicBezTo>
                  <a:cubicBezTo>
                    <a:pt x="5903" y="951"/>
                    <a:pt x="5488" y="756"/>
                    <a:pt x="5513" y="390"/>
                  </a:cubicBezTo>
                  <a:cubicBezTo>
                    <a:pt x="5513" y="171"/>
                    <a:pt x="5684" y="0"/>
                    <a:pt x="5903" y="0"/>
                  </a:cubicBezTo>
                  <a:close/>
                  <a:moveTo>
                    <a:pt x="4098" y="0"/>
                  </a:moveTo>
                  <a:cubicBezTo>
                    <a:pt x="4464" y="24"/>
                    <a:pt x="4610" y="463"/>
                    <a:pt x="4342" y="707"/>
                  </a:cubicBezTo>
                  <a:cubicBezTo>
                    <a:pt x="4074" y="951"/>
                    <a:pt x="3659" y="756"/>
                    <a:pt x="3684" y="390"/>
                  </a:cubicBezTo>
                  <a:cubicBezTo>
                    <a:pt x="3684" y="171"/>
                    <a:pt x="3854" y="0"/>
                    <a:pt x="4074" y="0"/>
                  </a:cubicBezTo>
                  <a:close/>
                  <a:moveTo>
                    <a:pt x="2269" y="0"/>
                  </a:moveTo>
                  <a:cubicBezTo>
                    <a:pt x="2635" y="24"/>
                    <a:pt x="2781" y="463"/>
                    <a:pt x="2513" y="707"/>
                  </a:cubicBezTo>
                  <a:cubicBezTo>
                    <a:pt x="2245" y="951"/>
                    <a:pt x="1830" y="756"/>
                    <a:pt x="1854" y="390"/>
                  </a:cubicBezTo>
                  <a:cubicBezTo>
                    <a:pt x="1854" y="171"/>
                    <a:pt x="2025" y="0"/>
                    <a:pt x="22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9"/>
            <p:cNvSpPr/>
            <p:nvPr/>
          </p:nvSpPr>
          <p:spPr>
            <a:xfrm>
              <a:off x="6761147" y="3414805"/>
              <a:ext cx="457196" cy="57149"/>
            </a:xfrm>
            <a:custGeom>
              <a:avLst/>
              <a:gdLst/>
              <a:ahLst/>
              <a:cxnLst/>
              <a:rect l="l" t="t" r="r" b="b"/>
              <a:pathLst>
                <a:path w="11732" h="1391" extrusionOk="0">
                  <a:moveTo>
                    <a:pt x="11488" y="854"/>
                  </a:moveTo>
                  <a:cubicBezTo>
                    <a:pt x="11708" y="878"/>
                    <a:pt x="11732" y="1220"/>
                    <a:pt x="11488" y="1244"/>
                  </a:cubicBezTo>
                  <a:cubicBezTo>
                    <a:pt x="11220" y="1244"/>
                    <a:pt x="10952" y="1098"/>
                    <a:pt x="10805" y="854"/>
                  </a:cubicBezTo>
                  <a:cubicBezTo>
                    <a:pt x="10683" y="708"/>
                    <a:pt x="10561" y="537"/>
                    <a:pt x="10366" y="537"/>
                  </a:cubicBezTo>
                  <a:cubicBezTo>
                    <a:pt x="10171" y="537"/>
                    <a:pt x="10049" y="683"/>
                    <a:pt x="9927" y="854"/>
                  </a:cubicBezTo>
                  <a:cubicBezTo>
                    <a:pt x="9781" y="1098"/>
                    <a:pt x="9513" y="1244"/>
                    <a:pt x="9244" y="1244"/>
                  </a:cubicBezTo>
                  <a:cubicBezTo>
                    <a:pt x="8952" y="1244"/>
                    <a:pt x="8708" y="1098"/>
                    <a:pt x="8561" y="854"/>
                  </a:cubicBezTo>
                  <a:cubicBezTo>
                    <a:pt x="8439" y="708"/>
                    <a:pt x="8293" y="537"/>
                    <a:pt x="8122" y="537"/>
                  </a:cubicBezTo>
                  <a:cubicBezTo>
                    <a:pt x="7927" y="537"/>
                    <a:pt x="7805" y="683"/>
                    <a:pt x="7683" y="854"/>
                  </a:cubicBezTo>
                  <a:cubicBezTo>
                    <a:pt x="7537" y="1098"/>
                    <a:pt x="7269" y="1244"/>
                    <a:pt x="6976" y="1244"/>
                  </a:cubicBezTo>
                  <a:cubicBezTo>
                    <a:pt x="6708" y="1244"/>
                    <a:pt x="6439" y="1098"/>
                    <a:pt x="6293" y="854"/>
                  </a:cubicBezTo>
                  <a:cubicBezTo>
                    <a:pt x="6171" y="708"/>
                    <a:pt x="6049" y="537"/>
                    <a:pt x="5854" y="537"/>
                  </a:cubicBezTo>
                  <a:cubicBezTo>
                    <a:pt x="5683" y="537"/>
                    <a:pt x="5561" y="683"/>
                    <a:pt x="5415" y="854"/>
                  </a:cubicBezTo>
                  <a:cubicBezTo>
                    <a:pt x="5122" y="1391"/>
                    <a:pt x="4342" y="1391"/>
                    <a:pt x="4049" y="854"/>
                  </a:cubicBezTo>
                  <a:cubicBezTo>
                    <a:pt x="3927" y="708"/>
                    <a:pt x="3805" y="537"/>
                    <a:pt x="3610" y="537"/>
                  </a:cubicBezTo>
                  <a:cubicBezTo>
                    <a:pt x="3415" y="537"/>
                    <a:pt x="3318" y="683"/>
                    <a:pt x="3171" y="854"/>
                  </a:cubicBezTo>
                  <a:cubicBezTo>
                    <a:pt x="2879" y="1391"/>
                    <a:pt x="2098" y="1391"/>
                    <a:pt x="1805" y="854"/>
                  </a:cubicBezTo>
                  <a:cubicBezTo>
                    <a:pt x="1683" y="708"/>
                    <a:pt x="1561" y="537"/>
                    <a:pt x="1366" y="537"/>
                  </a:cubicBezTo>
                  <a:cubicBezTo>
                    <a:pt x="1171" y="537"/>
                    <a:pt x="1074" y="683"/>
                    <a:pt x="927" y="854"/>
                  </a:cubicBezTo>
                  <a:cubicBezTo>
                    <a:pt x="781" y="1098"/>
                    <a:pt x="513" y="1244"/>
                    <a:pt x="244" y="1244"/>
                  </a:cubicBezTo>
                  <a:cubicBezTo>
                    <a:pt x="1" y="1220"/>
                    <a:pt x="1" y="878"/>
                    <a:pt x="244" y="854"/>
                  </a:cubicBezTo>
                  <a:cubicBezTo>
                    <a:pt x="391" y="854"/>
                    <a:pt x="513" y="732"/>
                    <a:pt x="635" y="586"/>
                  </a:cubicBezTo>
                  <a:cubicBezTo>
                    <a:pt x="781" y="317"/>
                    <a:pt x="1074" y="171"/>
                    <a:pt x="1366" y="147"/>
                  </a:cubicBezTo>
                  <a:cubicBezTo>
                    <a:pt x="1659" y="171"/>
                    <a:pt x="1952" y="317"/>
                    <a:pt x="2098" y="586"/>
                  </a:cubicBezTo>
                  <a:cubicBezTo>
                    <a:pt x="2220" y="732"/>
                    <a:pt x="2342" y="854"/>
                    <a:pt x="2488" y="854"/>
                  </a:cubicBezTo>
                  <a:lnTo>
                    <a:pt x="2488" y="854"/>
                  </a:lnTo>
                  <a:cubicBezTo>
                    <a:pt x="2635" y="854"/>
                    <a:pt x="2757" y="732"/>
                    <a:pt x="2879" y="586"/>
                  </a:cubicBezTo>
                  <a:cubicBezTo>
                    <a:pt x="3196" y="0"/>
                    <a:pt x="4025" y="0"/>
                    <a:pt x="4342" y="586"/>
                  </a:cubicBezTo>
                  <a:cubicBezTo>
                    <a:pt x="4464" y="732"/>
                    <a:pt x="4586" y="854"/>
                    <a:pt x="4732" y="854"/>
                  </a:cubicBezTo>
                  <a:lnTo>
                    <a:pt x="4781" y="854"/>
                  </a:lnTo>
                  <a:cubicBezTo>
                    <a:pt x="4927" y="854"/>
                    <a:pt x="5025" y="732"/>
                    <a:pt x="5147" y="586"/>
                  </a:cubicBezTo>
                  <a:cubicBezTo>
                    <a:pt x="5318" y="317"/>
                    <a:pt x="5586" y="171"/>
                    <a:pt x="5878" y="147"/>
                  </a:cubicBezTo>
                  <a:cubicBezTo>
                    <a:pt x="6196" y="171"/>
                    <a:pt x="6464" y="317"/>
                    <a:pt x="6635" y="586"/>
                  </a:cubicBezTo>
                  <a:cubicBezTo>
                    <a:pt x="6757" y="732"/>
                    <a:pt x="6854" y="854"/>
                    <a:pt x="7000" y="854"/>
                  </a:cubicBezTo>
                  <a:lnTo>
                    <a:pt x="7025" y="854"/>
                  </a:lnTo>
                  <a:cubicBezTo>
                    <a:pt x="7171" y="854"/>
                    <a:pt x="7293" y="732"/>
                    <a:pt x="7391" y="586"/>
                  </a:cubicBezTo>
                  <a:cubicBezTo>
                    <a:pt x="7708" y="0"/>
                    <a:pt x="8561" y="0"/>
                    <a:pt x="8878" y="586"/>
                  </a:cubicBezTo>
                  <a:cubicBezTo>
                    <a:pt x="9000" y="732"/>
                    <a:pt x="9098" y="854"/>
                    <a:pt x="9244" y="854"/>
                  </a:cubicBezTo>
                  <a:lnTo>
                    <a:pt x="9269" y="854"/>
                  </a:lnTo>
                  <a:cubicBezTo>
                    <a:pt x="9415" y="854"/>
                    <a:pt x="9537" y="732"/>
                    <a:pt x="9659" y="586"/>
                  </a:cubicBezTo>
                  <a:cubicBezTo>
                    <a:pt x="9805" y="317"/>
                    <a:pt x="10074" y="171"/>
                    <a:pt x="10391" y="147"/>
                  </a:cubicBezTo>
                  <a:cubicBezTo>
                    <a:pt x="10683" y="171"/>
                    <a:pt x="10976" y="317"/>
                    <a:pt x="11122" y="586"/>
                  </a:cubicBezTo>
                  <a:cubicBezTo>
                    <a:pt x="11244" y="732"/>
                    <a:pt x="11342" y="854"/>
                    <a:pt x="11488" y="8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0" name="Google Shape;430;p29"/>
          <p:cNvGrpSpPr/>
          <p:nvPr/>
        </p:nvGrpSpPr>
        <p:grpSpPr>
          <a:xfrm>
            <a:off x="136938" y="1047512"/>
            <a:ext cx="1371600" cy="1375875"/>
            <a:chOff x="299013" y="1079125"/>
            <a:chExt cx="1371600" cy="1375875"/>
          </a:xfrm>
        </p:grpSpPr>
        <p:sp>
          <p:nvSpPr>
            <p:cNvPr id="431" name="Google Shape;431;p29"/>
            <p:cNvSpPr/>
            <p:nvPr/>
          </p:nvSpPr>
          <p:spPr>
            <a:xfrm>
              <a:off x="390513" y="1174900"/>
              <a:ext cx="1280100" cy="1280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9"/>
            <p:cNvSpPr/>
            <p:nvPr/>
          </p:nvSpPr>
          <p:spPr>
            <a:xfrm>
              <a:off x="299013" y="1079125"/>
              <a:ext cx="1280100" cy="12801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33" name="Google Shape;433;p29"/>
            <p:cNvGrpSpPr/>
            <p:nvPr/>
          </p:nvGrpSpPr>
          <p:grpSpPr>
            <a:xfrm>
              <a:off x="396400" y="1384064"/>
              <a:ext cx="1085400" cy="635100"/>
              <a:chOff x="396400" y="1399225"/>
              <a:chExt cx="1085400" cy="635100"/>
            </a:xfrm>
          </p:grpSpPr>
          <p:sp>
            <p:nvSpPr>
              <p:cNvPr id="434" name="Google Shape;434;p29"/>
              <p:cNvSpPr/>
              <p:nvPr/>
            </p:nvSpPr>
            <p:spPr>
              <a:xfrm>
                <a:off x="396400" y="1399225"/>
                <a:ext cx="1085400" cy="635100"/>
              </a:xfrm>
              <a:prstGeom prst="roundRect">
                <a:avLst>
                  <a:gd name="adj" fmla="val 0"/>
                </a:avLst>
              </a:prstGeom>
              <a:solidFill>
                <a:schemeClr val="l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35" name="Google Shape;435;p29"/>
              <p:cNvGrpSpPr/>
              <p:nvPr/>
            </p:nvGrpSpPr>
            <p:grpSpPr>
              <a:xfrm>
                <a:off x="712181" y="1506835"/>
                <a:ext cx="453838" cy="419880"/>
                <a:chOff x="733647" y="1423686"/>
                <a:chExt cx="453838" cy="419880"/>
              </a:xfrm>
            </p:grpSpPr>
            <p:sp>
              <p:nvSpPr>
                <p:cNvPr id="436" name="Google Shape;436;p29"/>
                <p:cNvSpPr/>
                <p:nvPr/>
              </p:nvSpPr>
              <p:spPr>
                <a:xfrm>
                  <a:off x="733647" y="1423686"/>
                  <a:ext cx="453838" cy="419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81" h="9055" extrusionOk="0">
                      <a:moveTo>
                        <a:pt x="4904" y="1"/>
                      </a:moveTo>
                      <a:cubicBezTo>
                        <a:pt x="4654" y="1"/>
                        <a:pt x="4401" y="21"/>
                        <a:pt x="4147" y="64"/>
                      </a:cubicBezTo>
                      <a:cubicBezTo>
                        <a:pt x="1659" y="479"/>
                        <a:pt x="1" y="2820"/>
                        <a:pt x="440" y="5284"/>
                      </a:cubicBezTo>
                      <a:cubicBezTo>
                        <a:pt x="811" y="7493"/>
                        <a:pt x="2733" y="9054"/>
                        <a:pt x="4902" y="9054"/>
                      </a:cubicBezTo>
                      <a:cubicBezTo>
                        <a:pt x="5152" y="9054"/>
                        <a:pt x="5405" y="9034"/>
                        <a:pt x="5659" y="8991"/>
                      </a:cubicBezTo>
                      <a:cubicBezTo>
                        <a:pt x="8122" y="8576"/>
                        <a:pt x="9781" y="6235"/>
                        <a:pt x="9366" y="3771"/>
                      </a:cubicBezTo>
                      <a:cubicBezTo>
                        <a:pt x="8994" y="1562"/>
                        <a:pt x="7073" y="1"/>
                        <a:pt x="490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" name="Google Shape;437;p29"/>
                <p:cNvSpPr/>
                <p:nvPr/>
              </p:nvSpPr>
              <p:spPr>
                <a:xfrm>
                  <a:off x="898875" y="1539755"/>
                  <a:ext cx="163003" cy="1889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3" h="4074" extrusionOk="0">
                      <a:moveTo>
                        <a:pt x="1" y="0"/>
                      </a:moveTo>
                      <a:lnTo>
                        <a:pt x="1" y="4073"/>
                      </a:lnTo>
                      <a:lnTo>
                        <a:pt x="3513" y="202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38" name="Google Shape;438;p29"/>
            <p:cNvGrpSpPr/>
            <p:nvPr/>
          </p:nvGrpSpPr>
          <p:grpSpPr>
            <a:xfrm>
              <a:off x="396391" y="2141102"/>
              <a:ext cx="1085342" cy="96171"/>
              <a:chOff x="417899" y="2116530"/>
              <a:chExt cx="1085342" cy="96171"/>
            </a:xfrm>
          </p:grpSpPr>
          <p:sp>
            <p:nvSpPr>
              <p:cNvPr id="439" name="Google Shape;439;p29"/>
              <p:cNvSpPr/>
              <p:nvPr/>
            </p:nvSpPr>
            <p:spPr>
              <a:xfrm>
                <a:off x="417899" y="2116530"/>
                <a:ext cx="1085342" cy="96171"/>
              </a:xfrm>
              <a:custGeom>
                <a:avLst/>
                <a:gdLst/>
                <a:ahLst/>
                <a:cxnLst/>
                <a:rect l="l" t="t" r="r" b="b"/>
                <a:pathLst>
                  <a:path w="23391" h="2074" extrusionOk="0">
                    <a:moveTo>
                      <a:pt x="1025" y="1"/>
                    </a:moveTo>
                    <a:cubicBezTo>
                      <a:pt x="464" y="1"/>
                      <a:pt x="1" y="464"/>
                      <a:pt x="1" y="1050"/>
                    </a:cubicBezTo>
                    <a:cubicBezTo>
                      <a:pt x="1" y="1611"/>
                      <a:pt x="464" y="2074"/>
                      <a:pt x="1025" y="2074"/>
                    </a:cubicBezTo>
                    <a:lnTo>
                      <a:pt x="22366" y="2074"/>
                    </a:lnTo>
                    <a:cubicBezTo>
                      <a:pt x="22927" y="2074"/>
                      <a:pt x="23391" y="1611"/>
                      <a:pt x="23391" y="1050"/>
                    </a:cubicBezTo>
                    <a:cubicBezTo>
                      <a:pt x="23391" y="464"/>
                      <a:pt x="22927" y="1"/>
                      <a:pt x="2236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440;p29"/>
              <p:cNvSpPr/>
              <p:nvPr/>
            </p:nvSpPr>
            <p:spPr>
              <a:xfrm>
                <a:off x="417899" y="2116530"/>
                <a:ext cx="555733" cy="96171"/>
              </a:xfrm>
              <a:custGeom>
                <a:avLst/>
                <a:gdLst/>
                <a:ahLst/>
                <a:cxnLst/>
                <a:rect l="l" t="t" r="r" b="b"/>
                <a:pathLst>
                  <a:path w="11977" h="2074" extrusionOk="0">
                    <a:moveTo>
                      <a:pt x="1025" y="1"/>
                    </a:moveTo>
                    <a:cubicBezTo>
                      <a:pt x="464" y="1"/>
                      <a:pt x="1" y="464"/>
                      <a:pt x="1" y="1050"/>
                    </a:cubicBezTo>
                    <a:cubicBezTo>
                      <a:pt x="1" y="1611"/>
                      <a:pt x="464" y="2074"/>
                      <a:pt x="1025" y="2074"/>
                    </a:cubicBezTo>
                    <a:lnTo>
                      <a:pt x="11976" y="2074"/>
                    </a:lnTo>
                    <a:lnTo>
                      <a:pt x="11976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441" name="Google Shape;441;p29"/>
            <p:cNvCxnSpPr/>
            <p:nvPr/>
          </p:nvCxnSpPr>
          <p:spPr>
            <a:xfrm>
              <a:off x="308975" y="1262125"/>
              <a:ext cx="12633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42" name="Google Shape;442;p29"/>
          <p:cNvGrpSpPr/>
          <p:nvPr/>
        </p:nvGrpSpPr>
        <p:grpSpPr>
          <a:xfrm>
            <a:off x="7442758" y="1825188"/>
            <a:ext cx="1646100" cy="1188900"/>
            <a:chOff x="7403363" y="1047512"/>
            <a:chExt cx="1646100" cy="1188900"/>
          </a:xfrm>
        </p:grpSpPr>
        <p:sp>
          <p:nvSpPr>
            <p:cNvPr id="443" name="Google Shape;443;p29"/>
            <p:cNvSpPr/>
            <p:nvPr/>
          </p:nvSpPr>
          <p:spPr>
            <a:xfrm>
              <a:off x="7494863" y="1139012"/>
              <a:ext cx="1554600" cy="10974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9"/>
            <p:cNvSpPr/>
            <p:nvPr/>
          </p:nvSpPr>
          <p:spPr>
            <a:xfrm>
              <a:off x="7403363" y="1047512"/>
              <a:ext cx="1554600" cy="10974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45" name="Google Shape;445;p29"/>
            <p:cNvCxnSpPr/>
            <p:nvPr/>
          </p:nvCxnSpPr>
          <p:spPr>
            <a:xfrm>
              <a:off x="7413325" y="1230512"/>
              <a:ext cx="1544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46" name="Google Shape;446;p29"/>
            <p:cNvSpPr/>
            <p:nvPr/>
          </p:nvSpPr>
          <p:spPr>
            <a:xfrm>
              <a:off x="7540474" y="1687769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9"/>
            <p:cNvSpPr/>
            <p:nvPr/>
          </p:nvSpPr>
          <p:spPr>
            <a:xfrm>
              <a:off x="8009987" y="1687769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9"/>
            <p:cNvSpPr/>
            <p:nvPr/>
          </p:nvSpPr>
          <p:spPr>
            <a:xfrm>
              <a:off x="8479499" y="1687769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49" name="Google Shape;449;p29"/>
            <p:cNvGrpSpPr/>
            <p:nvPr/>
          </p:nvGrpSpPr>
          <p:grpSpPr>
            <a:xfrm>
              <a:off x="7770652" y="1367593"/>
              <a:ext cx="820034" cy="187786"/>
              <a:chOff x="4005100" y="3437025"/>
              <a:chExt cx="535375" cy="122600"/>
            </a:xfrm>
          </p:grpSpPr>
          <p:sp>
            <p:nvSpPr>
              <p:cNvPr id="450" name="Google Shape;450;p29"/>
              <p:cNvSpPr/>
              <p:nvPr/>
            </p:nvSpPr>
            <p:spPr>
              <a:xfrm>
                <a:off x="4005100" y="3437025"/>
                <a:ext cx="535375" cy="33575"/>
              </a:xfrm>
              <a:custGeom>
                <a:avLst/>
                <a:gdLst/>
                <a:ahLst/>
                <a:cxnLst/>
                <a:rect l="l" t="t" r="r" b="b"/>
                <a:pathLst>
                  <a:path w="21415" h="1343" extrusionOk="0">
                    <a:moveTo>
                      <a:pt x="903" y="1"/>
                    </a:moveTo>
                    <a:cubicBezTo>
                      <a:pt x="1" y="1"/>
                      <a:pt x="1" y="1342"/>
                      <a:pt x="903" y="1342"/>
                    </a:cubicBezTo>
                    <a:lnTo>
                      <a:pt x="20488" y="1342"/>
                    </a:lnTo>
                    <a:cubicBezTo>
                      <a:pt x="21415" y="1342"/>
                      <a:pt x="21415" y="1"/>
                      <a:pt x="204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29"/>
              <p:cNvSpPr/>
              <p:nvPr/>
            </p:nvSpPr>
            <p:spPr>
              <a:xfrm>
                <a:off x="4064850" y="3525450"/>
                <a:ext cx="415275" cy="34175"/>
              </a:xfrm>
              <a:custGeom>
                <a:avLst/>
                <a:gdLst/>
                <a:ahLst/>
                <a:cxnLst/>
                <a:rect l="l" t="t" r="r" b="b"/>
                <a:pathLst>
                  <a:path w="16611" h="1367" extrusionOk="0">
                    <a:moveTo>
                      <a:pt x="928" y="0"/>
                    </a:moveTo>
                    <a:cubicBezTo>
                      <a:pt x="1" y="0"/>
                      <a:pt x="1" y="1366"/>
                      <a:pt x="928" y="1366"/>
                    </a:cubicBezTo>
                    <a:lnTo>
                      <a:pt x="15708" y="1366"/>
                    </a:lnTo>
                    <a:cubicBezTo>
                      <a:pt x="16610" y="1366"/>
                      <a:pt x="16610" y="0"/>
                      <a:pt x="157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9" name="Google Shape;479;p31"/>
          <p:cNvGrpSpPr/>
          <p:nvPr/>
        </p:nvGrpSpPr>
        <p:grpSpPr>
          <a:xfrm>
            <a:off x="4754850" y="3195960"/>
            <a:ext cx="3771900" cy="1412550"/>
            <a:chOff x="4754850" y="1600325"/>
            <a:chExt cx="3771900" cy="1412550"/>
          </a:xfrm>
        </p:grpSpPr>
        <p:sp>
          <p:nvSpPr>
            <p:cNvPr id="480" name="Google Shape;480;p31"/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1"/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cxnSp>
          <p:nvCxnSpPr>
            <p:cNvPr id="482" name="Google Shape;482;p31"/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83" name="Google Shape;483;p31"/>
          <p:cNvGrpSpPr/>
          <p:nvPr/>
        </p:nvGrpSpPr>
        <p:grpSpPr>
          <a:xfrm>
            <a:off x="715100" y="3195863"/>
            <a:ext cx="3771900" cy="1412550"/>
            <a:chOff x="4754850" y="1600325"/>
            <a:chExt cx="3771900" cy="1412550"/>
          </a:xfrm>
        </p:grpSpPr>
        <p:sp>
          <p:nvSpPr>
            <p:cNvPr id="484" name="Google Shape;484;p31"/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1"/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86" name="Google Shape;486;p31"/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87" name="Google Shape;487;p31"/>
          <p:cNvGrpSpPr/>
          <p:nvPr/>
        </p:nvGrpSpPr>
        <p:grpSpPr>
          <a:xfrm>
            <a:off x="715100" y="1600313"/>
            <a:ext cx="3771900" cy="1412550"/>
            <a:chOff x="4754850" y="1600325"/>
            <a:chExt cx="3771900" cy="1412550"/>
          </a:xfrm>
        </p:grpSpPr>
        <p:sp>
          <p:nvSpPr>
            <p:cNvPr id="488" name="Google Shape;488;p31"/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1"/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90" name="Google Shape;490;p31"/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91" name="Google Shape;491;p31"/>
          <p:cNvGrpSpPr/>
          <p:nvPr/>
        </p:nvGrpSpPr>
        <p:grpSpPr>
          <a:xfrm>
            <a:off x="4754850" y="1600313"/>
            <a:ext cx="3771900" cy="1412550"/>
            <a:chOff x="4754850" y="1600325"/>
            <a:chExt cx="3771900" cy="1412550"/>
          </a:xfrm>
        </p:grpSpPr>
        <p:sp>
          <p:nvSpPr>
            <p:cNvPr id="492" name="Google Shape;492;p31"/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1"/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94" name="Google Shape;494;p31"/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95" name="Google Shape;495;p31"/>
          <p:cNvSpPr txBox="1">
            <a:spLocks noGrp="1"/>
          </p:cNvSpPr>
          <p:nvPr>
            <p:ph type="subTitle" idx="1"/>
          </p:nvPr>
        </p:nvSpPr>
        <p:spPr>
          <a:xfrm>
            <a:off x="1775131" y="1794413"/>
            <a:ext cx="2848647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Design Patterns</a:t>
            </a:r>
            <a:endParaRPr sz="1400" dirty="0"/>
          </a:p>
        </p:txBody>
      </p:sp>
      <p:sp>
        <p:nvSpPr>
          <p:cNvPr id="496" name="Google Shape;496;p31"/>
          <p:cNvSpPr txBox="1">
            <a:spLocks noGrp="1"/>
          </p:cNvSpPr>
          <p:nvPr>
            <p:ph type="subTitle" idx="2"/>
          </p:nvPr>
        </p:nvSpPr>
        <p:spPr>
          <a:xfrm>
            <a:off x="1775131" y="3538258"/>
            <a:ext cx="2529044" cy="50511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Abstract Factory Pattern</a:t>
            </a:r>
            <a:endParaRPr sz="1400" dirty="0"/>
          </a:p>
        </p:txBody>
      </p:sp>
      <p:sp>
        <p:nvSpPr>
          <p:cNvPr id="497" name="Google Shape;497;p31"/>
          <p:cNvSpPr txBox="1">
            <a:spLocks noGrp="1"/>
          </p:cNvSpPr>
          <p:nvPr>
            <p:ph type="subTitle" idx="3"/>
          </p:nvPr>
        </p:nvSpPr>
        <p:spPr>
          <a:xfrm>
            <a:off x="5994606" y="1986563"/>
            <a:ext cx="23775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Context &amp; </a:t>
            </a:r>
            <a:r>
              <a:rPr lang="en-US" sz="1400" dirty="0" err="1"/>
              <a:t>Problema</a:t>
            </a:r>
            <a:endParaRPr sz="1400" dirty="0"/>
          </a:p>
        </p:txBody>
      </p:sp>
      <p:sp>
        <p:nvSpPr>
          <p:cNvPr id="498" name="Google Shape;498;p31"/>
          <p:cNvSpPr txBox="1">
            <a:spLocks noGrp="1"/>
          </p:cNvSpPr>
          <p:nvPr>
            <p:ph type="title"/>
          </p:nvPr>
        </p:nvSpPr>
        <p:spPr>
          <a:xfrm>
            <a:off x="714800" y="1803588"/>
            <a:ext cx="1188600" cy="109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499" name="Google Shape;499;p31"/>
          <p:cNvSpPr txBox="1">
            <a:spLocks noGrp="1"/>
          </p:cNvSpPr>
          <p:nvPr>
            <p:ph type="subTitle" idx="5"/>
          </p:nvPr>
        </p:nvSpPr>
        <p:spPr>
          <a:xfrm>
            <a:off x="1777237" y="2254102"/>
            <a:ext cx="237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000" dirty="0"/>
              <a:t>Ce sunt design patterns?</a:t>
            </a:r>
          </a:p>
          <a:p>
            <a:pPr marL="0" lvl="0" indent="0"/>
            <a:r>
              <a:rPr lang="en-US" sz="1000" dirty="0"/>
              <a:t>De </a:t>
            </a:r>
            <a:r>
              <a:rPr lang="en-US" sz="1000" dirty="0" err="1"/>
              <a:t>ce</a:t>
            </a:r>
            <a:r>
              <a:rPr lang="en-US" sz="1000" dirty="0"/>
              <a:t> sunt utile?</a:t>
            </a:r>
            <a:endParaRPr sz="1000" dirty="0"/>
          </a:p>
        </p:txBody>
      </p:sp>
      <p:sp>
        <p:nvSpPr>
          <p:cNvPr id="500" name="Google Shape;500;p31"/>
          <p:cNvSpPr txBox="1">
            <a:spLocks noGrp="1"/>
          </p:cNvSpPr>
          <p:nvPr>
            <p:ph type="title" idx="6"/>
          </p:nvPr>
        </p:nvSpPr>
        <p:spPr>
          <a:xfrm>
            <a:off x="4808859" y="1803600"/>
            <a:ext cx="1188600" cy="109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502" name="Google Shape;502;p31"/>
          <p:cNvSpPr txBox="1">
            <a:spLocks noGrp="1"/>
          </p:cNvSpPr>
          <p:nvPr>
            <p:ph type="title" idx="8"/>
          </p:nvPr>
        </p:nvSpPr>
        <p:spPr>
          <a:xfrm>
            <a:off x="714800" y="3433656"/>
            <a:ext cx="1188600" cy="109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503" name="Google Shape;503;p31"/>
          <p:cNvSpPr txBox="1">
            <a:spLocks noGrp="1"/>
          </p:cNvSpPr>
          <p:nvPr>
            <p:ph type="subTitle" idx="9"/>
          </p:nvPr>
        </p:nvSpPr>
        <p:spPr>
          <a:xfrm>
            <a:off x="1777237" y="3995609"/>
            <a:ext cx="237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dirty="0"/>
              <a:t>Ce este o “fabrică abstractă”?</a:t>
            </a:r>
          </a:p>
        </p:txBody>
      </p:sp>
      <p:sp>
        <p:nvSpPr>
          <p:cNvPr id="504" name="Google Shape;504;p31"/>
          <p:cNvSpPr txBox="1">
            <a:spLocks noGrp="1"/>
          </p:cNvSpPr>
          <p:nvPr>
            <p:ph type="title" idx="15"/>
          </p:nvPr>
        </p:nvSpPr>
        <p:spPr>
          <a:xfrm>
            <a:off x="715650" y="731525"/>
            <a:ext cx="77133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</a:t>
            </a:r>
            <a:endParaRPr dirty="0"/>
          </a:p>
        </p:txBody>
      </p:sp>
      <p:sp>
        <p:nvSpPr>
          <p:cNvPr id="505" name="Google Shape;505;p31"/>
          <p:cNvSpPr txBox="1">
            <a:spLocks noGrp="1"/>
          </p:cNvSpPr>
          <p:nvPr>
            <p:ph type="subTitle" idx="4"/>
          </p:nvPr>
        </p:nvSpPr>
        <p:spPr>
          <a:xfrm>
            <a:off x="5845215" y="3399143"/>
            <a:ext cx="2484291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/>
              <a:t>Avantaje</a:t>
            </a:r>
            <a:r>
              <a:rPr lang="en-US" sz="1400" dirty="0"/>
              <a:t> &amp; </a:t>
            </a:r>
            <a:r>
              <a:rPr lang="en-US" sz="1400" dirty="0" err="1"/>
              <a:t>Dezavantaje</a:t>
            </a:r>
            <a:endParaRPr sz="1400" dirty="0"/>
          </a:p>
        </p:txBody>
      </p:sp>
      <p:sp>
        <p:nvSpPr>
          <p:cNvPr id="506" name="Google Shape;506;p31"/>
          <p:cNvSpPr txBox="1">
            <a:spLocks noGrp="1"/>
          </p:cNvSpPr>
          <p:nvPr>
            <p:ph type="title" idx="13"/>
          </p:nvPr>
        </p:nvSpPr>
        <p:spPr>
          <a:xfrm>
            <a:off x="4806006" y="3390068"/>
            <a:ext cx="1188600" cy="109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507" name="Google Shape;507;p31"/>
          <p:cNvSpPr txBox="1">
            <a:spLocks noGrp="1"/>
          </p:cNvSpPr>
          <p:nvPr>
            <p:ph type="subTitle" idx="14"/>
          </p:nvPr>
        </p:nvSpPr>
        <p:spPr>
          <a:xfrm>
            <a:off x="6043506" y="3856343"/>
            <a:ext cx="22860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/>
              <a:t>Ce beneficii aduce?</a:t>
            </a:r>
            <a:br>
              <a:rPr lang="en" sz="1000" dirty="0"/>
            </a:br>
            <a:r>
              <a:rPr lang="en" sz="1000" dirty="0"/>
              <a:t>Care sunt </a:t>
            </a:r>
            <a:r>
              <a:rPr lang="en-US" sz="1000" dirty="0" err="1"/>
              <a:t>limitările</a:t>
            </a:r>
            <a:r>
              <a:rPr lang="en-US" sz="1000" dirty="0"/>
              <a:t>?</a:t>
            </a:r>
            <a:endParaRPr sz="1000" dirty="0"/>
          </a:p>
        </p:txBody>
      </p:sp>
      <p:sp>
        <p:nvSpPr>
          <p:cNvPr id="508" name="Google Shape;508;p31"/>
          <p:cNvSpPr/>
          <p:nvPr/>
        </p:nvSpPr>
        <p:spPr>
          <a:xfrm>
            <a:off x="7971738" y="1225982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31"/>
          <p:cNvSpPr/>
          <p:nvPr/>
        </p:nvSpPr>
        <p:spPr>
          <a:xfrm>
            <a:off x="7739398" y="1077330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31"/>
          <p:cNvSpPr/>
          <p:nvPr/>
        </p:nvSpPr>
        <p:spPr>
          <a:xfrm>
            <a:off x="715100" y="912725"/>
            <a:ext cx="457208" cy="164598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5" name="Google Shape;515;p32"/>
          <p:cNvGrpSpPr/>
          <p:nvPr/>
        </p:nvGrpSpPr>
        <p:grpSpPr>
          <a:xfrm>
            <a:off x="5022725" y="1426150"/>
            <a:ext cx="3657590" cy="348347"/>
            <a:chOff x="4572050" y="100025"/>
            <a:chExt cx="3657590" cy="348347"/>
          </a:xfrm>
        </p:grpSpPr>
        <p:sp>
          <p:nvSpPr>
            <p:cNvPr id="516" name="Google Shape;516;p32"/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42" y="610"/>
                    <a:pt x="4805" y="0"/>
                    <a:pt x="71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2"/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18" y="610"/>
                    <a:pt x="4805" y="0"/>
                    <a:pt x="7122" y="0"/>
                  </a:cubicBezTo>
                  <a:close/>
                  <a:moveTo>
                    <a:pt x="28317" y="2780"/>
                  </a:moveTo>
                  <a:lnTo>
                    <a:pt x="8464" y="2780"/>
                  </a:lnTo>
                  <a:cubicBezTo>
                    <a:pt x="8269" y="2780"/>
                    <a:pt x="8269" y="3073"/>
                    <a:pt x="8464" y="3073"/>
                  </a:cubicBezTo>
                  <a:lnTo>
                    <a:pt x="28317" y="3073"/>
                  </a:lnTo>
                  <a:cubicBezTo>
                    <a:pt x="28512" y="3073"/>
                    <a:pt x="28512" y="2780"/>
                    <a:pt x="28317" y="2780"/>
                  </a:cubicBezTo>
                  <a:close/>
                  <a:moveTo>
                    <a:pt x="6293" y="2780"/>
                  </a:moveTo>
                  <a:lnTo>
                    <a:pt x="6805" y="2780"/>
                  </a:lnTo>
                  <a:cubicBezTo>
                    <a:pt x="7000" y="2780"/>
                    <a:pt x="7000" y="3073"/>
                    <a:pt x="6805" y="3073"/>
                  </a:cubicBezTo>
                  <a:lnTo>
                    <a:pt x="6244" y="3073"/>
                  </a:lnTo>
                  <a:cubicBezTo>
                    <a:pt x="6171" y="3415"/>
                    <a:pt x="6098" y="3732"/>
                    <a:pt x="5952" y="4049"/>
                  </a:cubicBezTo>
                  <a:cubicBezTo>
                    <a:pt x="6342" y="4073"/>
                    <a:pt x="6732" y="4097"/>
                    <a:pt x="7122" y="4097"/>
                  </a:cubicBezTo>
                  <a:lnTo>
                    <a:pt x="38000" y="4097"/>
                  </a:lnTo>
                  <a:lnTo>
                    <a:pt x="38000" y="3073"/>
                  </a:lnTo>
                  <a:lnTo>
                    <a:pt x="29951" y="3073"/>
                  </a:lnTo>
                  <a:cubicBezTo>
                    <a:pt x="29756" y="3073"/>
                    <a:pt x="29756" y="2780"/>
                    <a:pt x="29951" y="2780"/>
                  </a:cubicBezTo>
                  <a:lnTo>
                    <a:pt x="38000" y="2780"/>
                  </a:lnTo>
                  <a:lnTo>
                    <a:pt x="38000" y="1561"/>
                  </a:lnTo>
                  <a:lnTo>
                    <a:pt x="37390" y="1561"/>
                  </a:lnTo>
                  <a:cubicBezTo>
                    <a:pt x="37317" y="1561"/>
                    <a:pt x="37244" y="1488"/>
                    <a:pt x="37244" y="1415"/>
                  </a:cubicBezTo>
                  <a:cubicBezTo>
                    <a:pt x="37244" y="1317"/>
                    <a:pt x="37317" y="1268"/>
                    <a:pt x="37390" y="1268"/>
                  </a:cubicBezTo>
                  <a:lnTo>
                    <a:pt x="38000" y="1268"/>
                  </a:lnTo>
                  <a:lnTo>
                    <a:pt x="38000" y="366"/>
                  </a:lnTo>
                  <a:lnTo>
                    <a:pt x="7122" y="366"/>
                  </a:lnTo>
                  <a:cubicBezTo>
                    <a:pt x="6732" y="366"/>
                    <a:pt x="6366" y="390"/>
                    <a:pt x="5976" y="415"/>
                  </a:cubicBezTo>
                  <a:cubicBezTo>
                    <a:pt x="6074" y="707"/>
                    <a:pt x="6171" y="976"/>
                    <a:pt x="6220" y="1268"/>
                  </a:cubicBezTo>
                  <a:lnTo>
                    <a:pt x="14244" y="1268"/>
                  </a:lnTo>
                  <a:cubicBezTo>
                    <a:pt x="14342" y="1268"/>
                    <a:pt x="14390" y="1317"/>
                    <a:pt x="14390" y="1415"/>
                  </a:cubicBezTo>
                  <a:cubicBezTo>
                    <a:pt x="14390" y="1488"/>
                    <a:pt x="14342" y="1561"/>
                    <a:pt x="14244" y="1561"/>
                  </a:cubicBezTo>
                  <a:lnTo>
                    <a:pt x="6269" y="1561"/>
                  </a:lnTo>
                  <a:cubicBezTo>
                    <a:pt x="6317" y="1951"/>
                    <a:pt x="6317" y="2366"/>
                    <a:pt x="6269" y="2780"/>
                  </a:cubicBezTo>
                  <a:close/>
                  <a:moveTo>
                    <a:pt x="38292" y="2927"/>
                  </a:moveTo>
                  <a:lnTo>
                    <a:pt x="38292" y="2927"/>
                  </a:lnTo>
                  <a:lnTo>
                    <a:pt x="38292" y="4097"/>
                  </a:lnTo>
                  <a:lnTo>
                    <a:pt x="40268" y="4097"/>
                  </a:lnTo>
                  <a:lnTo>
                    <a:pt x="40268" y="390"/>
                  </a:lnTo>
                  <a:lnTo>
                    <a:pt x="38317" y="390"/>
                  </a:lnTo>
                  <a:lnTo>
                    <a:pt x="38317" y="2927"/>
                  </a:lnTo>
                  <a:close/>
                  <a:moveTo>
                    <a:pt x="28951" y="3073"/>
                  </a:moveTo>
                  <a:lnTo>
                    <a:pt x="29244" y="3073"/>
                  </a:lnTo>
                  <a:cubicBezTo>
                    <a:pt x="29439" y="3073"/>
                    <a:pt x="29439" y="2780"/>
                    <a:pt x="29244" y="2780"/>
                  </a:cubicBezTo>
                  <a:lnTo>
                    <a:pt x="28951" y="2780"/>
                  </a:lnTo>
                  <a:cubicBezTo>
                    <a:pt x="28732" y="2780"/>
                    <a:pt x="28732" y="3073"/>
                    <a:pt x="28951" y="3073"/>
                  </a:cubicBezTo>
                  <a:close/>
                  <a:moveTo>
                    <a:pt x="15878" y="1561"/>
                  </a:moveTo>
                  <a:lnTo>
                    <a:pt x="35731" y="1561"/>
                  </a:lnTo>
                  <a:cubicBezTo>
                    <a:pt x="35829" y="1561"/>
                    <a:pt x="35878" y="1512"/>
                    <a:pt x="35878" y="1415"/>
                  </a:cubicBezTo>
                  <a:cubicBezTo>
                    <a:pt x="35878" y="1341"/>
                    <a:pt x="35829" y="1268"/>
                    <a:pt x="35731" y="1268"/>
                  </a:cubicBezTo>
                  <a:lnTo>
                    <a:pt x="15878" y="1268"/>
                  </a:lnTo>
                  <a:cubicBezTo>
                    <a:pt x="15805" y="1268"/>
                    <a:pt x="15732" y="1341"/>
                    <a:pt x="15732" y="1415"/>
                  </a:cubicBezTo>
                  <a:cubicBezTo>
                    <a:pt x="15732" y="1512"/>
                    <a:pt x="15805" y="1585"/>
                    <a:pt x="15878" y="1561"/>
                  </a:cubicBezTo>
                  <a:close/>
                  <a:moveTo>
                    <a:pt x="15244" y="1268"/>
                  </a:moveTo>
                  <a:lnTo>
                    <a:pt x="14951" y="1268"/>
                  </a:lnTo>
                  <a:cubicBezTo>
                    <a:pt x="14854" y="1268"/>
                    <a:pt x="14781" y="1341"/>
                    <a:pt x="14805" y="1415"/>
                  </a:cubicBezTo>
                  <a:cubicBezTo>
                    <a:pt x="14781" y="1512"/>
                    <a:pt x="14854" y="1561"/>
                    <a:pt x="14951" y="1561"/>
                  </a:cubicBezTo>
                  <a:lnTo>
                    <a:pt x="15244" y="1561"/>
                  </a:lnTo>
                  <a:cubicBezTo>
                    <a:pt x="15342" y="1561"/>
                    <a:pt x="15390" y="1512"/>
                    <a:pt x="15390" y="1415"/>
                  </a:cubicBezTo>
                  <a:cubicBezTo>
                    <a:pt x="15390" y="1341"/>
                    <a:pt x="15342" y="1268"/>
                    <a:pt x="15244" y="1268"/>
                  </a:cubicBezTo>
                  <a:close/>
                  <a:moveTo>
                    <a:pt x="5561" y="3976"/>
                  </a:moveTo>
                  <a:cubicBezTo>
                    <a:pt x="6025" y="2854"/>
                    <a:pt x="6025" y="1610"/>
                    <a:pt x="5561" y="488"/>
                  </a:cubicBezTo>
                  <a:cubicBezTo>
                    <a:pt x="4391" y="683"/>
                    <a:pt x="3244" y="1024"/>
                    <a:pt x="2171" y="1512"/>
                  </a:cubicBezTo>
                  <a:lnTo>
                    <a:pt x="1903" y="1634"/>
                  </a:lnTo>
                  <a:cubicBezTo>
                    <a:pt x="2147" y="2000"/>
                    <a:pt x="2147" y="2463"/>
                    <a:pt x="1903" y="2854"/>
                  </a:cubicBezTo>
                  <a:lnTo>
                    <a:pt x="2171" y="2951"/>
                  </a:lnTo>
                  <a:cubicBezTo>
                    <a:pt x="3244" y="3463"/>
                    <a:pt x="4366" y="3805"/>
                    <a:pt x="5537" y="4000"/>
                  </a:cubicBezTo>
                  <a:close/>
                  <a:moveTo>
                    <a:pt x="1513" y="2683"/>
                  </a:moveTo>
                  <a:cubicBezTo>
                    <a:pt x="1732" y="2415"/>
                    <a:pt x="1732" y="2049"/>
                    <a:pt x="1537" y="1756"/>
                  </a:cubicBezTo>
                  <a:cubicBezTo>
                    <a:pt x="1342" y="1854"/>
                    <a:pt x="1147" y="1902"/>
                    <a:pt x="976" y="1976"/>
                  </a:cubicBezTo>
                  <a:cubicBezTo>
                    <a:pt x="830" y="2024"/>
                    <a:pt x="683" y="2073"/>
                    <a:pt x="561" y="2146"/>
                  </a:cubicBezTo>
                  <a:cubicBezTo>
                    <a:pt x="513" y="2195"/>
                    <a:pt x="488" y="2219"/>
                    <a:pt x="488" y="2219"/>
                  </a:cubicBezTo>
                  <a:cubicBezTo>
                    <a:pt x="488" y="2219"/>
                    <a:pt x="513" y="2244"/>
                    <a:pt x="561" y="2293"/>
                  </a:cubicBezTo>
                  <a:cubicBezTo>
                    <a:pt x="683" y="2366"/>
                    <a:pt x="830" y="2415"/>
                    <a:pt x="976" y="2463"/>
                  </a:cubicBezTo>
                  <a:cubicBezTo>
                    <a:pt x="1147" y="2537"/>
                    <a:pt x="1342" y="2585"/>
                    <a:pt x="1513" y="2658"/>
                  </a:cubicBezTo>
                  <a:close/>
                  <a:moveTo>
                    <a:pt x="40561" y="4097"/>
                  </a:moveTo>
                  <a:lnTo>
                    <a:pt x="43975" y="4097"/>
                  </a:lnTo>
                  <a:cubicBezTo>
                    <a:pt x="44414" y="4097"/>
                    <a:pt x="44804" y="3902"/>
                    <a:pt x="45073" y="3561"/>
                  </a:cubicBezTo>
                  <a:cubicBezTo>
                    <a:pt x="45707" y="2805"/>
                    <a:pt x="45707" y="1707"/>
                    <a:pt x="45073" y="927"/>
                  </a:cubicBezTo>
                  <a:cubicBezTo>
                    <a:pt x="44804" y="610"/>
                    <a:pt x="44414" y="415"/>
                    <a:pt x="43975" y="390"/>
                  </a:cubicBezTo>
                  <a:lnTo>
                    <a:pt x="40561" y="3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2"/>
            <p:cNvSpPr/>
            <p:nvPr/>
          </p:nvSpPr>
          <p:spPr>
            <a:xfrm>
              <a:off x="4720981" y="137824"/>
              <a:ext cx="328867" cy="270807"/>
            </a:xfrm>
            <a:custGeom>
              <a:avLst/>
              <a:gdLst/>
              <a:ahLst/>
              <a:cxnLst/>
              <a:rect l="l" t="t" r="r" b="b"/>
              <a:pathLst>
                <a:path w="4147" h="3489" extrusionOk="0">
                  <a:moveTo>
                    <a:pt x="293" y="2464"/>
                  </a:moveTo>
                  <a:cubicBezTo>
                    <a:pt x="1366" y="2976"/>
                    <a:pt x="2488" y="3318"/>
                    <a:pt x="3659" y="3489"/>
                  </a:cubicBezTo>
                  <a:cubicBezTo>
                    <a:pt x="4147" y="2391"/>
                    <a:pt x="4147" y="1123"/>
                    <a:pt x="3659" y="1"/>
                  </a:cubicBezTo>
                  <a:cubicBezTo>
                    <a:pt x="2488" y="196"/>
                    <a:pt x="1342" y="537"/>
                    <a:pt x="269" y="1025"/>
                  </a:cubicBezTo>
                  <a:lnTo>
                    <a:pt x="1" y="1147"/>
                  </a:lnTo>
                  <a:cubicBezTo>
                    <a:pt x="244" y="1513"/>
                    <a:pt x="244" y="2001"/>
                    <a:pt x="1" y="236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2"/>
            <p:cNvSpPr/>
            <p:nvPr/>
          </p:nvSpPr>
          <p:spPr>
            <a:xfrm>
              <a:off x="4722884" y="287391"/>
              <a:ext cx="307614" cy="121239"/>
            </a:xfrm>
            <a:custGeom>
              <a:avLst/>
              <a:gdLst/>
              <a:ahLst/>
              <a:cxnLst/>
              <a:rect l="l" t="t" r="r" b="b"/>
              <a:pathLst>
                <a:path w="3879" h="1562" extrusionOk="0">
                  <a:moveTo>
                    <a:pt x="269" y="537"/>
                  </a:moveTo>
                  <a:cubicBezTo>
                    <a:pt x="1342" y="1049"/>
                    <a:pt x="2464" y="1391"/>
                    <a:pt x="3635" y="1562"/>
                  </a:cubicBezTo>
                  <a:cubicBezTo>
                    <a:pt x="3733" y="1318"/>
                    <a:pt x="3830" y="1074"/>
                    <a:pt x="3879" y="805"/>
                  </a:cubicBezTo>
                  <a:cubicBezTo>
                    <a:pt x="2855" y="708"/>
                    <a:pt x="1830" y="488"/>
                    <a:pt x="830" y="171"/>
                  </a:cubicBezTo>
                  <a:cubicBezTo>
                    <a:pt x="611" y="98"/>
                    <a:pt x="367" y="49"/>
                    <a:pt x="172" y="1"/>
                  </a:cubicBezTo>
                  <a:cubicBezTo>
                    <a:pt x="123" y="147"/>
                    <a:pt x="74" y="293"/>
                    <a:pt x="1" y="415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2"/>
            <p:cNvSpPr/>
            <p:nvPr/>
          </p:nvSpPr>
          <p:spPr>
            <a:xfrm>
              <a:off x="4610750" y="238182"/>
              <a:ext cx="98732" cy="70089"/>
            </a:xfrm>
            <a:custGeom>
              <a:avLst/>
              <a:gdLst/>
              <a:ahLst/>
              <a:cxnLst/>
              <a:rect l="l" t="t" r="r" b="b"/>
              <a:pathLst>
                <a:path w="1245" h="903" extrusionOk="0">
                  <a:moveTo>
                    <a:pt x="1025" y="903"/>
                  </a:moveTo>
                  <a:cubicBezTo>
                    <a:pt x="1244" y="635"/>
                    <a:pt x="1244" y="269"/>
                    <a:pt x="1049" y="0"/>
                  </a:cubicBezTo>
                  <a:cubicBezTo>
                    <a:pt x="854" y="74"/>
                    <a:pt x="659" y="147"/>
                    <a:pt x="488" y="196"/>
                  </a:cubicBezTo>
                  <a:cubicBezTo>
                    <a:pt x="342" y="244"/>
                    <a:pt x="195" y="293"/>
                    <a:pt x="73" y="391"/>
                  </a:cubicBezTo>
                  <a:cubicBezTo>
                    <a:pt x="25" y="415"/>
                    <a:pt x="0" y="439"/>
                    <a:pt x="0" y="439"/>
                  </a:cubicBezTo>
                  <a:cubicBezTo>
                    <a:pt x="0" y="464"/>
                    <a:pt x="25" y="488"/>
                    <a:pt x="73" y="513"/>
                  </a:cubicBezTo>
                  <a:cubicBezTo>
                    <a:pt x="195" y="586"/>
                    <a:pt x="342" y="659"/>
                    <a:pt x="488" y="683"/>
                  </a:cubicBezTo>
                  <a:cubicBezTo>
                    <a:pt x="659" y="757"/>
                    <a:pt x="854" y="830"/>
                    <a:pt x="1025" y="9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2"/>
            <p:cNvSpPr/>
            <p:nvPr/>
          </p:nvSpPr>
          <p:spPr>
            <a:xfrm>
              <a:off x="4610750" y="272256"/>
              <a:ext cx="92943" cy="36015"/>
            </a:xfrm>
            <a:custGeom>
              <a:avLst/>
              <a:gdLst/>
              <a:ahLst/>
              <a:cxnLst/>
              <a:rect l="l" t="t" r="r" b="b"/>
              <a:pathLst>
                <a:path w="1172" h="464" extrusionOk="0">
                  <a:moveTo>
                    <a:pt x="1025" y="464"/>
                  </a:moveTo>
                  <a:cubicBezTo>
                    <a:pt x="1098" y="366"/>
                    <a:pt x="1147" y="244"/>
                    <a:pt x="1171" y="147"/>
                  </a:cubicBezTo>
                  <a:cubicBezTo>
                    <a:pt x="756" y="74"/>
                    <a:pt x="366" y="25"/>
                    <a:pt x="25" y="0"/>
                  </a:cubicBezTo>
                  <a:lnTo>
                    <a:pt x="0" y="25"/>
                  </a:lnTo>
                  <a:cubicBezTo>
                    <a:pt x="0" y="25"/>
                    <a:pt x="25" y="49"/>
                    <a:pt x="73" y="98"/>
                  </a:cubicBezTo>
                  <a:cubicBezTo>
                    <a:pt x="195" y="171"/>
                    <a:pt x="342" y="220"/>
                    <a:pt x="488" y="269"/>
                  </a:cubicBezTo>
                  <a:cubicBezTo>
                    <a:pt x="659" y="318"/>
                    <a:pt x="854" y="391"/>
                    <a:pt x="1025" y="4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2"/>
            <p:cNvSpPr/>
            <p:nvPr/>
          </p:nvSpPr>
          <p:spPr>
            <a:xfrm>
              <a:off x="5043980" y="130295"/>
              <a:ext cx="2541566" cy="289669"/>
            </a:xfrm>
            <a:custGeom>
              <a:avLst/>
              <a:gdLst/>
              <a:ahLst/>
              <a:cxnLst/>
              <a:rect l="l" t="t" r="r" b="b"/>
              <a:pathLst>
                <a:path w="32049" h="3732" extrusionOk="0">
                  <a:moveTo>
                    <a:pt x="25" y="49"/>
                  </a:moveTo>
                  <a:cubicBezTo>
                    <a:pt x="123" y="317"/>
                    <a:pt x="220" y="610"/>
                    <a:pt x="269" y="878"/>
                  </a:cubicBezTo>
                  <a:lnTo>
                    <a:pt x="8293" y="878"/>
                  </a:lnTo>
                  <a:cubicBezTo>
                    <a:pt x="8391" y="878"/>
                    <a:pt x="8439" y="951"/>
                    <a:pt x="8439" y="1025"/>
                  </a:cubicBezTo>
                  <a:cubicBezTo>
                    <a:pt x="8439" y="1122"/>
                    <a:pt x="8391" y="1195"/>
                    <a:pt x="8293" y="1195"/>
                  </a:cubicBezTo>
                  <a:lnTo>
                    <a:pt x="318" y="1195"/>
                  </a:lnTo>
                  <a:cubicBezTo>
                    <a:pt x="366" y="1586"/>
                    <a:pt x="366" y="2000"/>
                    <a:pt x="318" y="2415"/>
                  </a:cubicBezTo>
                  <a:lnTo>
                    <a:pt x="830" y="2415"/>
                  </a:lnTo>
                  <a:cubicBezTo>
                    <a:pt x="1025" y="2415"/>
                    <a:pt x="1025" y="2708"/>
                    <a:pt x="830" y="2708"/>
                  </a:cubicBezTo>
                  <a:lnTo>
                    <a:pt x="293" y="2708"/>
                  </a:lnTo>
                  <a:cubicBezTo>
                    <a:pt x="220" y="3025"/>
                    <a:pt x="147" y="3366"/>
                    <a:pt x="1" y="3659"/>
                  </a:cubicBezTo>
                  <a:cubicBezTo>
                    <a:pt x="391" y="3707"/>
                    <a:pt x="781" y="3732"/>
                    <a:pt x="1171" y="3732"/>
                  </a:cubicBezTo>
                  <a:lnTo>
                    <a:pt x="32049" y="3732"/>
                  </a:lnTo>
                  <a:lnTo>
                    <a:pt x="32049" y="2708"/>
                  </a:lnTo>
                  <a:lnTo>
                    <a:pt x="24000" y="2708"/>
                  </a:lnTo>
                  <a:cubicBezTo>
                    <a:pt x="23805" y="2708"/>
                    <a:pt x="23805" y="2415"/>
                    <a:pt x="24000" y="2415"/>
                  </a:cubicBezTo>
                  <a:lnTo>
                    <a:pt x="32049" y="2415"/>
                  </a:lnTo>
                  <a:lnTo>
                    <a:pt x="32049" y="1195"/>
                  </a:lnTo>
                  <a:lnTo>
                    <a:pt x="31439" y="1195"/>
                  </a:lnTo>
                  <a:cubicBezTo>
                    <a:pt x="31366" y="1195"/>
                    <a:pt x="31293" y="1122"/>
                    <a:pt x="31293" y="1025"/>
                  </a:cubicBezTo>
                  <a:cubicBezTo>
                    <a:pt x="31293" y="951"/>
                    <a:pt x="31366" y="878"/>
                    <a:pt x="31439" y="878"/>
                  </a:cubicBezTo>
                  <a:lnTo>
                    <a:pt x="32049" y="878"/>
                  </a:lnTo>
                  <a:lnTo>
                    <a:pt x="32049" y="0"/>
                  </a:lnTo>
                  <a:lnTo>
                    <a:pt x="1171" y="0"/>
                  </a:lnTo>
                  <a:cubicBezTo>
                    <a:pt x="781" y="0"/>
                    <a:pt x="415" y="25"/>
                    <a:pt x="25" y="49"/>
                  </a:cubicBezTo>
                  <a:close/>
                  <a:moveTo>
                    <a:pt x="2513" y="2390"/>
                  </a:moveTo>
                  <a:lnTo>
                    <a:pt x="22366" y="2390"/>
                  </a:lnTo>
                  <a:cubicBezTo>
                    <a:pt x="22561" y="2390"/>
                    <a:pt x="22561" y="2683"/>
                    <a:pt x="22366" y="2683"/>
                  </a:cubicBezTo>
                  <a:lnTo>
                    <a:pt x="2513" y="2683"/>
                  </a:lnTo>
                  <a:cubicBezTo>
                    <a:pt x="2318" y="2683"/>
                    <a:pt x="2318" y="2390"/>
                    <a:pt x="2513" y="2390"/>
                  </a:cubicBezTo>
                  <a:close/>
                  <a:moveTo>
                    <a:pt x="23000" y="2683"/>
                  </a:moveTo>
                  <a:cubicBezTo>
                    <a:pt x="22805" y="2683"/>
                    <a:pt x="22805" y="2390"/>
                    <a:pt x="23000" y="2390"/>
                  </a:cubicBezTo>
                  <a:lnTo>
                    <a:pt x="23317" y="2390"/>
                  </a:lnTo>
                  <a:cubicBezTo>
                    <a:pt x="23512" y="2390"/>
                    <a:pt x="23512" y="2683"/>
                    <a:pt x="23317" y="2683"/>
                  </a:cubicBezTo>
                  <a:close/>
                  <a:moveTo>
                    <a:pt x="9000" y="1195"/>
                  </a:moveTo>
                  <a:cubicBezTo>
                    <a:pt x="8903" y="1195"/>
                    <a:pt x="8830" y="1122"/>
                    <a:pt x="8830" y="1049"/>
                  </a:cubicBezTo>
                  <a:cubicBezTo>
                    <a:pt x="8830" y="951"/>
                    <a:pt x="8903" y="878"/>
                    <a:pt x="9000" y="903"/>
                  </a:cubicBezTo>
                  <a:lnTo>
                    <a:pt x="9293" y="903"/>
                  </a:lnTo>
                  <a:cubicBezTo>
                    <a:pt x="9391" y="878"/>
                    <a:pt x="9439" y="951"/>
                    <a:pt x="9439" y="1049"/>
                  </a:cubicBezTo>
                  <a:cubicBezTo>
                    <a:pt x="9439" y="1122"/>
                    <a:pt x="9391" y="1195"/>
                    <a:pt x="9293" y="1195"/>
                  </a:cubicBezTo>
                  <a:close/>
                  <a:moveTo>
                    <a:pt x="9927" y="1195"/>
                  </a:moveTo>
                  <a:cubicBezTo>
                    <a:pt x="9854" y="1195"/>
                    <a:pt x="9781" y="1122"/>
                    <a:pt x="9781" y="1049"/>
                  </a:cubicBezTo>
                  <a:cubicBezTo>
                    <a:pt x="9781" y="951"/>
                    <a:pt x="9854" y="878"/>
                    <a:pt x="9927" y="903"/>
                  </a:cubicBezTo>
                  <a:lnTo>
                    <a:pt x="29780" y="903"/>
                  </a:lnTo>
                  <a:cubicBezTo>
                    <a:pt x="29878" y="878"/>
                    <a:pt x="29927" y="951"/>
                    <a:pt x="29927" y="1049"/>
                  </a:cubicBezTo>
                  <a:cubicBezTo>
                    <a:pt x="29927" y="1122"/>
                    <a:pt x="29878" y="1195"/>
                    <a:pt x="29780" y="119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2"/>
            <p:cNvSpPr/>
            <p:nvPr/>
          </p:nvSpPr>
          <p:spPr>
            <a:xfrm>
              <a:off x="5043980" y="353676"/>
              <a:ext cx="2541566" cy="64423"/>
            </a:xfrm>
            <a:custGeom>
              <a:avLst/>
              <a:gdLst/>
              <a:ahLst/>
              <a:cxnLst/>
              <a:rect l="l" t="t" r="r" b="b"/>
              <a:pathLst>
                <a:path w="32049" h="830" extrusionOk="0">
                  <a:moveTo>
                    <a:pt x="245" y="0"/>
                  </a:moveTo>
                  <a:cubicBezTo>
                    <a:pt x="196" y="244"/>
                    <a:pt x="123" y="512"/>
                    <a:pt x="1" y="756"/>
                  </a:cubicBezTo>
                  <a:cubicBezTo>
                    <a:pt x="391" y="805"/>
                    <a:pt x="781" y="829"/>
                    <a:pt x="1171" y="829"/>
                  </a:cubicBezTo>
                  <a:lnTo>
                    <a:pt x="32049" y="829"/>
                  </a:lnTo>
                  <a:lnTo>
                    <a:pt x="32049" y="98"/>
                  </a:lnTo>
                  <a:lnTo>
                    <a:pt x="4366" y="98"/>
                  </a:lnTo>
                  <a:cubicBezTo>
                    <a:pt x="2488" y="98"/>
                    <a:pt x="1220" y="73"/>
                    <a:pt x="245" y="0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2"/>
            <p:cNvSpPr/>
            <p:nvPr/>
          </p:nvSpPr>
          <p:spPr>
            <a:xfrm>
              <a:off x="7610613" y="130295"/>
              <a:ext cx="152895" cy="287806"/>
            </a:xfrm>
            <a:custGeom>
              <a:avLst/>
              <a:gdLst/>
              <a:ahLst/>
              <a:cxnLst/>
              <a:rect l="l" t="t" r="r" b="b"/>
              <a:pathLst>
                <a:path w="1928" h="3708" extrusionOk="0">
                  <a:moveTo>
                    <a:pt x="1" y="1025"/>
                  </a:moveTo>
                  <a:lnTo>
                    <a:pt x="1" y="2537"/>
                  </a:lnTo>
                  <a:lnTo>
                    <a:pt x="1" y="2537"/>
                  </a:lnTo>
                  <a:lnTo>
                    <a:pt x="1" y="2537"/>
                  </a:lnTo>
                  <a:lnTo>
                    <a:pt x="1" y="3707"/>
                  </a:lnTo>
                  <a:lnTo>
                    <a:pt x="1928" y="3707"/>
                  </a:lnTo>
                  <a:lnTo>
                    <a:pt x="1928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2"/>
            <p:cNvSpPr/>
            <p:nvPr/>
          </p:nvSpPr>
          <p:spPr>
            <a:xfrm>
              <a:off x="7610613" y="361205"/>
              <a:ext cx="154798" cy="56894"/>
            </a:xfrm>
            <a:custGeom>
              <a:avLst/>
              <a:gdLst/>
              <a:ahLst/>
              <a:cxnLst/>
              <a:rect l="l" t="t" r="r" b="b"/>
              <a:pathLst>
                <a:path w="1952" h="733" extrusionOk="0">
                  <a:moveTo>
                    <a:pt x="1" y="1"/>
                  </a:moveTo>
                  <a:lnTo>
                    <a:pt x="1" y="732"/>
                  </a:lnTo>
                  <a:lnTo>
                    <a:pt x="1952" y="732"/>
                  </a:lnTo>
                  <a:lnTo>
                    <a:pt x="195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2"/>
            <p:cNvSpPr/>
            <p:nvPr/>
          </p:nvSpPr>
          <p:spPr>
            <a:xfrm>
              <a:off x="7788568" y="130295"/>
              <a:ext cx="408170" cy="287806"/>
            </a:xfrm>
            <a:custGeom>
              <a:avLst/>
              <a:gdLst/>
              <a:ahLst/>
              <a:cxnLst/>
              <a:rect l="l" t="t" r="r" b="b"/>
              <a:pathLst>
                <a:path w="5147" h="3708" extrusionOk="0">
                  <a:moveTo>
                    <a:pt x="1" y="0"/>
                  </a:moveTo>
                  <a:lnTo>
                    <a:pt x="1" y="3707"/>
                  </a:lnTo>
                  <a:lnTo>
                    <a:pt x="3415" y="3707"/>
                  </a:lnTo>
                  <a:cubicBezTo>
                    <a:pt x="3854" y="3707"/>
                    <a:pt x="4244" y="3512"/>
                    <a:pt x="4513" y="3171"/>
                  </a:cubicBezTo>
                  <a:cubicBezTo>
                    <a:pt x="5147" y="2415"/>
                    <a:pt x="5147" y="1317"/>
                    <a:pt x="4513" y="537"/>
                  </a:cubicBezTo>
                  <a:cubicBezTo>
                    <a:pt x="4244" y="220"/>
                    <a:pt x="3854" y="25"/>
                    <a:pt x="34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2"/>
            <p:cNvSpPr/>
            <p:nvPr/>
          </p:nvSpPr>
          <p:spPr>
            <a:xfrm>
              <a:off x="7788568" y="224910"/>
              <a:ext cx="396592" cy="193190"/>
            </a:xfrm>
            <a:custGeom>
              <a:avLst/>
              <a:gdLst/>
              <a:ahLst/>
              <a:cxnLst/>
              <a:rect l="l" t="t" r="r" b="b"/>
              <a:pathLst>
                <a:path w="5001" h="2489" extrusionOk="0">
                  <a:moveTo>
                    <a:pt x="1" y="1757"/>
                  </a:moveTo>
                  <a:lnTo>
                    <a:pt x="1" y="2488"/>
                  </a:lnTo>
                  <a:lnTo>
                    <a:pt x="3415" y="2488"/>
                  </a:lnTo>
                  <a:cubicBezTo>
                    <a:pt x="3854" y="2488"/>
                    <a:pt x="4244" y="2293"/>
                    <a:pt x="4513" y="1952"/>
                  </a:cubicBezTo>
                  <a:cubicBezTo>
                    <a:pt x="4830" y="1586"/>
                    <a:pt x="5001" y="1123"/>
                    <a:pt x="4976" y="635"/>
                  </a:cubicBezTo>
                  <a:cubicBezTo>
                    <a:pt x="4976" y="415"/>
                    <a:pt x="4952" y="220"/>
                    <a:pt x="4879" y="1"/>
                  </a:cubicBezTo>
                  <a:cubicBezTo>
                    <a:pt x="4805" y="1464"/>
                    <a:pt x="2171" y="1708"/>
                    <a:pt x="1" y="175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8" name="Google Shape;528;p32"/>
          <p:cNvGrpSpPr/>
          <p:nvPr/>
        </p:nvGrpSpPr>
        <p:grpSpPr>
          <a:xfrm rot="-5400000">
            <a:off x="7699250" y="1584200"/>
            <a:ext cx="603495" cy="1371596"/>
            <a:chOff x="3724575" y="3497700"/>
            <a:chExt cx="603495" cy="1371596"/>
          </a:xfrm>
        </p:grpSpPr>
        <p:sp>
          <p:nvSpPr>
            <p:cNvPr id="529" name="Google Shape;529;p32"/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5488" y="16414"/>
                  </a:moveTo>
                  <a:lnTo>
                    <a:pt x="1732" y="16414"/>
                  </a:lnTo>
                  <a:cubicBezTo>
                    <a:pt x="781" y="16414"/>
                    <a:pt x="1" y="15634"/>
                    <a:pt x="1" y="14683"/>
                  </a:cubicBezTo>
                  <a:lnTo>
                    <a:pt x="1" y="5537"/>
                  </a:lnTo>
                  <a:cubicBezTo>
                    <a:pt x="1" y="5073"/>
                    <a:pt x="196" y="4634"/>
                    <a:pt x="513" y="4317"/>
                  </a:cubicBezTo>
                  <a:cubicBezTo>
                    <a:pt x="757" y="4073"/>
                    <a:pt x="1050" y="3902"/>
                    <a:pt x="1367" y="3829"/>
                  </a:cubicBezTo>
                  <a:lnTo>
                    <a:pt x="1367" y="781"/>
                  </a:lnTo>
                  <a:cubicBezTo>
                    <a:pt x="1367" y="585"/>
                    <a:pt x="1440" y="366"/>
                    <a:pt x="1610" y="220"/>
                  </a:cubicBezTo>
                  <a:cubicBezTo>
                    <a:pt x="1757" y="73"/>
                    <a:pt x="1952" y="0"/>
                    <a:pt x="2147" y="0"/>
                  </a:cubicBezTo>
                  <a:lnTo>
                    <a:pt x="5074" y="0"/>
                  </a:lnTo>
                  <a:cubicBezTo>
                    <a:pt x="5513" y="0"/>
                    <a:pt x="5854" y="342"/>
                    <a:pt x="5854" y="781"/>
                  </a:cubicBezTo>
                  <a:lnTo>
                    <a:pt x="5854" y="3829"/>
                  </a:lnTo>
                  <a:cubicBezTo>
                    <a:pt x="6659" y="4024"/>
                    <a:pt x="7220" y="4732"/>
                    <a:pt x="7220" y="5537"/>
                  </a:cubicBezTo>
                  <a:lnTo>
                    <a:pt x="7220" y="14683"/>
                  </a:lnTo>
                  <a:cubicBezTo>
                    <a:pt x="7220" y="15634"/>
                    <a:pt x="6440" y="16414"/>
                    <a:pt x="5488" y="164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2"/>
            <p:cNvSpPr/>
            <p:nvPr/>
          </p:nvSpPr>
          <p:spPr>
            <a:xfrm>
              <a:off x="3757170" y="3848221"/>
              <a:ext cx="538223" cy="988485"/>
            </a:xfrm>
            <a:custGeom>
              <a:avLst/>
              <a:gdLst/>
              <a:ahLst/>
              <a:cxnLst/>
              <a:rect l="l" t="t" r="r" b="b"/>
              <a:pathLst>
                <a:path w="6440" h="11830" extrusionOk="0">
                  <a:moveTo>
                    <a:pt x="5098" y="0"/>
                  </a:moveTo>
                  <a:lnTo>
                    <a:pt x="1342" y="0"/>
                  </a:lnTo>
                  <a:cubicBezTo>
                    <a:pt x="611" y="0"/>
                    <a:pt x="1" y="610"/>
                    <a:pt x="1" y="1342"/>
                  </a:cubicBezTo>
                  <a:lnTo>
                    <a:pt x="1" y="10488"/>
                  </a:lnTo>
                  <a:cubicBezTo>
                    <a:pt x="1" y="11219"/>
                    <a:pt x="611" y="11829"/>
                    <a:pt x="1342" y="11829"/>
                  </a:cubicBezTo>
                  <a:lnTo>
                    <a:pt x="5098" y="11829"/>
                  </a:lnTo>
                  <a:cubicBezTo>
                    <a:pt x="5830" y="11829"/>
                    <a:pt x="6440" y="11219"/>
                    <a:pt x="6440" y="10488"/>
                  </a:cubicBezTo>
                  <a:lnTo>
                    <a:pt x="6440" y="1342"/>
                  </a:lnTo>
                  <a:cubicBezTo>
                    <a:pt x="6440" y="610"/>
                    <a:pt x="5830" y="0"/>
                    <a:pt x="50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2"/>
            <p:cNvSpPr/>
            <p:nvPr/>
          </p:nvSpPr>
          <p:spPr>
            <a:xfrm>
              <a:off x="3816342" y="4047922"/>
              <a:ext cx="38779" cy="654255"/>
            </a:xfrm>
            <a:custGeom>
              <a:avLst/>
              <a:gdLst/>
              <a:ahLst/>
              <a:cxnLst/>
              <a:rect l="l" t="t" r="r" b="b"/>
              <a:pathLst>
                <a:path w="464" h="7830" extrusionOk="0">
                  <a:moveTo>
                    <a:pt x="439" y="7610"/>
                  </a:moveTo>
                  <a:cubicBezTo>
                    <a:pt x="464" y="7829"/>
                    <a:pt x="0" y="7829"/>
                    <a:pt x="25" y="7610"/>
                  </a:cubicBezTo>
                  <a:lnTo>
                    <a:pt x="25" y="1781"/>
                  </a:lnTo>
                  <a:cubicBezTo>
                    <a:pt x="0" y="1561"/>
                    <a:pt x="464" y="1561"/>
                    <a:pt x="439" y="1781"/>
                  </a:cubicBezTo>
                  <a:close/>
                  <a:moveTo>
                    <a:pt x="439" y="732"/>
                  </a:moveTo>
                  <a:cubicBezTo>
                    <a:pt x="415" y="952"/>
                    <a:pt x="73" y="952"/>
                    <a:pt x="25" y="732"/>
                  </a:cubicBezTo>
                  <a:lnTo>
                    <a:pt x="25" y="220"/>
                  </a:lnTo>
                  <a:cubicBezTo>
                    <a:pt x="0" y="0"/>
                    <a:pt x="464" y="0"/>
                    <a:pt x="439" y="2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2"/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3171" y="2293"/>
                  </a:moveTo>
                  <a:lnTo>
                    <a:pt x="2415" y="2293"/>
                  </a:lnTo>
                  <a:cubicBezTo>
                    <a:pt x="2342" y="2293"/>
                    <a:pt x="2269" y="2220"/>
                    <a:pt x="2269" y="2146"/>
                  </a:cubicBezTo>
                  <a:lnTo>
                    <a:pt x="2269" y="1293"/>
                  </a:lnTo>
                  <a:cubicBezTo>
                    <a:pt x="2269" y="1195"/>
                    <a:pt x="2342" y="1146"/>
                    <a:pt x="2415" y="1146"/>
                  </a:cubicBezTo>
                  <a:lnTo>
                    <a:pt x="3171" y="1146"/>
                  </a:lnTo>
                  <a:cubicBezTo>
                    <a:pt x="3245" y="1146"/>
                    <a:pt x="3318" y="1195"/>
                    <a:pt x="3318" y="1293"/>
                  </a:cubicBezTo>
                  <a:lnTo>
                    <a:pt x="3318" y="2146"/>
                  </a:lnTo>
                  <a:cubicBezTo>
                    <a:pt x="3318" y="2220"/>
                    <a:pt x="3245" y="2293"/>
                    <a:pt x="3171" y="2293"/>
                  </a:cubicBezTo>
                  <a:close/>
                  <a:moveTo>
                    <a:pt x="5488" y="16414"/>
                  </a:moveTo>
                  <a:cubicBezTo>
                    <a:pt x="6440" y="16414"/>
                    <a:pt x="7220" y="15634"/>
                    <a:pt x="7220" y="14683"/>
                  </a:cubicBezTo>
                  <a:lnTo>
                    <a:pt x="7220" y="5537"/>
                  </a:lnTo>
                  <a:cubicBezTo>
                    <a:pt x="7220" y="4707"/>
                    <a:pt x="6659" y="4000"/>
                    <a:pt x="5854" y="3829"/>
                  </a:cubicBezTo>
                  <a:lnTo>
                    <a:pt x="5854" y="781"/>
                  </a:lnTo>
                  <a:cubicBezTo>
                    <a:pt x="5854" y="342"/>
                    <a:pt x="5513" y="0"/>
                    <a:pt x="5074" y="0"/>
                  </a:cubicBezTo>
                  <a:lnTo>
                    <a:pt x="2147" y="0"/>
                  </a:lnTo>
                  <a:cubicBezTo>
                    <a:pt x="1952" y="0"/>
                    <a:pt x="1732" y="73"/>
                    <a:pt x="1586" y="220"/>
                  </a:cubicBezTo>
                  <a:cubicBezTo>
                    <a:pt x="1440" y="366"/>
                    <a:pt x="1367" y="561"/>
                    <a:pt x="1367" y="781"/>
                  </a:cubicBezTo>
                  <a:lnTo>
                    <a:pt x="1367" y="3829"/>
                  </a:lnTo>
                  <a:cubicBezTo>
                    <a:pt x="1050" y="3902"/>
                    <a:pt x="757" y="4073"/>
                    <a:pt x="513" y="4293"/>
                  </a:cubicBezTo>
                  <a:cubicBezTo>
                    <a:pt x="196" y="4610"/>
                    <a:pt x="1" y="5049"/>
                    <a:pt x="1" y="5512"/>
                  </a:cubicBezTo>
                  <a:lnTo>
                    <a:pt x="1" y="14658"/>
                  </a:lnTo>
                  <a:cubicBezTo>
                    <a:pt x="1" y="15634"/>
                    <a:pt x="781" y="16414"/>
                    <a:pt x="1732" y="16414"/>
                  </a:cubicBezTo>
                  <a:close/>
                  <a:moveTo>
                    <a:pt x="1757" y="3805"/>
                  </a:moveTo>
                  <a:lnTo>
                    <a:pt x="5464" y="3805"/>
                  </a:lnTo>
                  <a:lnTo>
                    <a:pt x="5464" y="781"/>
                  </a:lnTo>
                  <a:cubicBezTo>
                    <a:pt x="5464" y="683"/>
                    <a:pt x="5415" y="585"/>
                    <a:pt x="5342" y="512"/>
                  </a:cubicBezTo>
                  <a:cubicBezTo>
                    <a:pt x="5269" y="439"/>
                    <a:pt x="5171" y="390"/>
                    <a:pt x="5074" y="390"/>
                  </a:cubicBezTo>
                  <a:lnTo>
                    <a:pt x="2147" y="390"/>
                  </a:lnTo>
                  <a:cubicBezTo>
                    <a:pt x="1928" y="390"/>
                    <a:pt x="1757" y="561"/>
                    <a:pt x="1757" y="781"/>
                  </a:cubicBezTo>
                  <a:close/>
                  <a:moveTo>
                    <a:pt x="1732" y="16024"/>
                  </a:moveTo>
                  <a:cubicBezTo>
                    <a:pt x="1001" y="16024"/>
                    <a:pt x="391" y="15414"/>
                    <a:pt x="391" y="14683"/>
                  </a:cubicBezTo>
                  <a:lnTo>
                    <a:pt x="391" y="5537"/>
                  </a:lnTo>
                  <a:cubicBezTo>
                    <a:pt x="391" y="4780"/>
                    <a:pt x="1001" y="4195"/>
                    <a:pt x="1732" y="4195"/>
                  </a:cubicBezTo>
                  <a:lnTo>
                    <a:pt x="5488" y="4195"/>
                  </a:lnTo>
                  <a:cubicBezTo>
                    <a:pt x="6220" y="4195"/>
                    <a:pt x="6830" y="4780"/>
                    <a:pt x="6830" y="5537"/>
                  </a:cubicBezTo>
                  <a:lnTo>
                    <a:pt x="6830" y="14683"/>
                  </a:lnTo>
                  <a:cubicBezTo>
                    <a:pt x="6830" y="15414"/>
                    <a:pt x="6220" y="16024"/>
                    <a:pt x="5488" y="16024"/>
                  </a:cubicBezTo>
                  <a:close/>
                  <a:moveTo>
                    <a:pt x="4781" y="2293"/>
                  </a:moveTo>
                  <a:lnTo>
                    <a:pt x="4074" y="2293"/>
                  </a:lnTo>
                  <a:cubicBezTo>
                    <a:pt x="3976" y="2293"/>
                    <a:pt x="3928" y="2220"/>
                    <a:pt x="3928" y="2146"/>
                  </a:cubicBezTo>
                  <a:lnTo>
                    <a:pt x="3928" y="1293"/>
                  </a:lnTo>
                  <a:cubicBezTo>
                    <a:pt x="3903" y="1220"/>
                    <a:pt x="3976" y="1146"/>
                    <a:pt x="4074" y="1146"/>
                  </a:cubicBezTo>
                  <a:lnTo>
                    <a:pt x="4781" y="1146"/>
                  </a:lnTo>
                  <a:cubicBezTo>
                    <a:pt x="4879" y="1146"/>
                    <a:pt x="4952" y="1220"/>
                    <a:pt x="4952" y="1293"/>
                  </a:cubicBezTo>
                  <a:lnTo>
                    <a:pt x="4952" y="2122"/>
                  </a:lnTo>
                  <a:cubicBezTo>
                    <a:pt x="4952" y="2220"/>
                    <a:pt x="4879" y="2293"/>
                    <a:pt x="4781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2"/>
            <p:cNvSpPr/>
            <p:nvPr/>
          </p:nvSpPr>
          <p:spPr>
            <a:xfrm>
              <a:off x="3871336" y="3530287"/>
              <a:ext cx="309980" cy="285349"/>
            </a:xfrm>
            <a:custGeom>
              <a:avLst/>
              <a:gdLst/>
              <a:ahLst/>
              <a:cxnLst/>
              <a:rect l="l" t="t" r="r" b="b"/>
              <a:pathLst>
                <a:path w="3709" h="3415" extrusionOk="0">
                  <a:moveTo>
                    <a:pt x="1" y="3415"/>
                  </a:moveTo>
                  <a:lnTo>
                    <a:pt x="3708" y="3415"/>
                  </a:lnTo>
                  <a:lnTo>
                    <a:pt x="3708" y="391"/>
                  </a:lnTo>
                  <a:cubicBezTo>
                    <a:pt x="3708" y="293"/>
                    <a:pt x="3659" y="195"/>
                    <a:pt x="3586" y="122"/>
                  </a:cubicBezTo>
                  <a:cubicBezTo>
                    <a:pt x="3513" y="49"/>
                    <a:pt x="3415" y="0"/>
                    <a:pt x="3318" y="0"/>
                  </a:cubicBezTo>
                  <a:lnTo>
                    <a:pt x="391" y="0"/>
                  </a:lnTo>
                  <a:cubicBezTo>
                    <a:pt x="172" y="0"/>
                    <a:pt x="1" y="171"/>
                    <a:pt x="1" y="391"/>
                  </a:cubicBezTo>
                  <a:close/>
                  <a:moveTo>
                    <a:pt x="1415" y="1903"/>
                  </a:moveTo>
                  <a:lnTo>
                    <a:pt x="659" y="1903"/>
                  </a:lnTo>
                  <a:cubicBezTo>
                    <a:pt x="586" y="1903"/>
                    <a:pt x="513" y="1830"/>
                    <a:pt x="513" y="1756"/>
                  </a:cubicBezTo>
                  <a:lnTo>
                    <a:pt x="513" y="903"/>
                  </a:lnTo>
                  <a:cubicBezTo>
                    <a:pt x="513" y="805"/>
                    <a:pt x="586" y="756"/>
                    <a:pt x="659" y="756"/>
                  </a:cubicBezTo>
                  <a:lnTo>
                    <a:pt x="1415" y="756"/>
                  </a:lnTo>
                  <a:cubicBezTo>
                    <a:pt x="1489" y="756"/>
                    <a:pt x="1562" y="805"/>
                    <a:pt x="1562" y="903"/>
                  </a:cubicBezTo>
                  <a:lnTo>
                    <a:pt x="1562" y="1756"/>
                  </a:lnTo>
                  <a:cubicBezTo>
                    <a:pt x="1562" y="1830"/>
                    <a:pt x="1489" y="1903"/>
                    <a:pt x="1415" y="1903"/>
                  </a:cubicBezTo>
                  <a:close/>
                  <a:moveTo>
                    <a:pt x="3025" y="1903"/>
                  </a:moveTo>
                  <a:lnTo>
                    <a:pt x="2318" y="1903"/>
                  </a:lnTo>
                  <a:cubicBezTo>
                    <a:pt x="2220" y="1903"/>
                    <a:pt x="2147" y="1830"/>
                    <a:pt x="2147" y="1732"/>
                  </a:cubicBezTo>
                  <a:lnTo>
                    <a:pt x="2147" y="903"/>
                  </a:lnTo>
                  <a:cubicBezTo>
                    <a:pt x="2147" y="830"/>
                    <a:pt x="2220" y="756"/>
                    <a:pt x="2318" y="756"/>
                  </a:cubicBezTo>
                  <a:lnTo>
                    <a:pt x="3025" y="756"/>
                  </a:lnTo>
                  <a:cubicBezTo>
                    <a:pt x="3123" y="756"/>
                    <a:pt x="3196" y="830"/>
                    <a:pt x="3196" y="903"/>
                  </a:cubicBezTo>
                  <a:lnTo>
                    <a:pt x="3196" y="1732"/>
                  </a:lnTo>
                  <a:cubicBezTo>
                    <a:pt x="3196" y="1830"/>
                    <a:pt x="3123" y="1903"/>
                    <a:pt x="3025" y="19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2"/>
            <p:cNvSpPr/>
            <p:nvPr/>
          </p:nvSpPr>
          <p:spPr>
            <a:xfrm>
              <a:off x="3775557" y="3848221"/>
              <a:ext cx="519836" cy="988485"/>
            </a:xfrm>
            <a:custGeom>
              <a:avLst/>
              <a:gdLst/>
              <a:ahLst/>
              <a:cxnLst/>
              <a:rect l="l" t="t" r="r" b="b"/>
              <a:pathLst>
                <a:path w="6220" h="11830" extrusionOk="0">
                  <a:moveTo>
                    <a:pt x="5074" y="707"/>
                  </a:moveTo>
                  <a:lnTo>
                    <a:pt x="5074" y="9854"/>
                  </a:lnTo>
                  <a:cubicBezTo>
                    <a:pt x="5074" y="10585"/>
                    <a:pt x="4464" y="11195"/>
                    <a:pt x="3732" y="11195"/>
                  </a:cubicBezTo>
                  <a:lnTo>
                    <a:pt x="1" y="11195"/>
                  </a:lnTo>
                  <a:cubicBezTo>
                    <a:pt x="49" y="11293"/>
                    <a:pt x="122" y="11366"/>
                    <a:pt x="196" y="11439"/>
                  </a:cubicBezTo>
                  <a:cubicBezTo>
                    <a:pt x="440" y="11683"/>
                    <a:pt x="781" y="11829"/>
                    <a:pt x="1122" y="11829"/>
                  </a:cubicBezTo>
                  <a:lnTo>
                    <a:pt x="4878" y="11829"/>
                  </a:lnTo>
                  <a:cubicBezTo>
                    <a:pt x="5610" y="11829"/>
                    <a:pt x="6220" y="11219"/>
                    <a:pt x="6220" y="10488"/>
                  </a:cubicBezTo>
                  <a:lnTo>
                    <a:pt x="6220" y="1342"/>
                  </a:lnTo>
                  <a:cubicBezTo>
                    <a:pt x="6220" y="610"/>
                    <a:pt x="5610" y="0"/>
                    <a:pt x="4878" y="0"/>
                  </a:cubicBezTo>
                  <a:lnTo>
                    <a:pt x="4878" y="0"/>
                  </a:lnTo>
                  <a:cubicBezTo>
                    <a:pt x="5000" y="220"/>
                    <a:pt x="5074" y="464"/>
                    <a:pt x="5074" y="70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5" name="Google Shape;535;p32"/>
          <p:cNvGrpSpPr/>
          <p:nvPr/>
        </p:nvGrpSpPr>
        <p:grpSpPr>
          <a:xfrm>
            <a:off x="715100" y="274199"/>
            <a:ext cx="1920300" cy="1918875"/>
            <a:chOff x="715100" y="274199"/>
            <a:chExt cx="1920300" cy="1918875"/>
          </a:xfrm>
        </p:grpSpPr>
        <p:sp>
          <p:nvSpPr>
            <p:cNvPr id="536" name="Google Shape;536;p32"/>
            <p:cNvSpPr/>
            <p:nvPr/>
          </p:nvSpPr>
          <p:spPr>
            <a:xfrm>
              <a:off x="806600" y="364274"/>
              <a:ext cx="1828800" cy="18288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7" name="Google Shape;537;p32"/>
            <p:cNvGrpSpPr/>
            <p:nvPr/>
          </p:nvGrpSpPr>
          <p:grpSpPr>
            <a:xfrm>
              <a:off x="715100" y="274199"/>
              <a:ext cx="1828800" cy="1828800"/>
              <a:chOff x="715100" y="274199"/>
              <a:chExt cx="1828800" cy="1828800"/>
            </a:xfrm>
          </p:grpSpPr>
          <p:sp>
            <p:nvSpPr>
              <p:cNvPr id="538" name="Google Shape;538;p32"/>
              <p:cNvSpPr/>
              <p:nvPr/>
            </p:nvSpPr>
            <p:spPr>
              <a:xfrm>
                <a:off x="715100" y="274199"/>
                <a:ext cx="1828800" cy="18288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39" name="Google Shape;539;p32"/>
              <p:cNvCxnSpPr/>
              <p:nvPr/>
            </p:nvCxnSpPr>
            <p:spPr>
              <a:xfrm>
                <a:off x="717952" y="637800"/>
                <a:ext cx="1823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540" name="Google Shape;540;p32"/>
              <p:cNvGrpSpPr/>
              <p:nvPr/>
            </p:nvGrpSpPr>
            <p:grpSpPr>
              <a:xfrm>
                <a:off x="2267950" y="363963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541" name="Google Shape;541;p32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2" name="Google Shape;542;p32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543" name="Google Shape;543;p32"/>
              <p:cNvSpPr/>
              <p:nvPr/>
            </p:nvSpPr>
            <p:spPr>
              <a:xfrm>
                <a:off x="1951450" y="367563"/>
                <a:ext cx="179400" cy="1794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44" name="Google Shape;544;p32"/>
              <p:cNvCxnSpPr/>
              <p:nvPr/>
            </p:nvCxnSpPr>
            <p:spPr>
              <a:xfrm>
                <a:off x="1605849" y="546963"/>
                <a:ext cx="2085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545" name="Google Shape;545;p32"/>
          <p:cNvSpPr txBox="1">
            <a:spLocks noGrp="1"/>
          </p:cNvSpPr>
          <p:nvPr>
            <p:ph type="title" idx="2"/>
          </p:nvPr>
        </p:nvSpPr>
        <p:spPr>
          <a:xfrm>
            <a:off x="947550" y="679350"/>
            <a:ext cx="1368300" cy="13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46" name="Google Shape;546;p32"/>
          <p:cNvSpPr txBox="1">
            <a:spLocks noGrp="1"/>
          </p:cNvSpPr>
          <p:nvPr>
            <p:ph type="title"/>
          </p:nvPr>
        </p:nvSpPr>
        <p:spPr>
          <a:xfrm>
            <a:off x="1828800" y="2114550"/>
            <a:ext cx="54864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sz="4800" dirty="0"/>
              <a:t>Design Patterns</a:t>
            </a:r>
          </a:p>
        </p:txBody>
      </p:sp>
      <p:grpSp>
        <p:nvGrpSpPr>
          <p:cNvPr id="547" name="Google Shape;547;p32"/>
          <p:cNvGrpSpPr/>
          <p:nvPr/>
        </p:nvGrpSpPr>
        <p:grpSpPr>
          <a:xfrm>
            <a:off x="1828840" y="3406196"/>
            <a:ext cx="5577850" cy="1463100"/>
            <a:chOff x="1828840" y="3371688"/>
            <a:chExt cx="5577850" cy="1463100"/>
          </a:xfrm>
        </p:grpSpPr>
        <p:sp>
          <p:nvSpPr>
            <p:cNvPr id="548" name="Google Shape;548;p32"/>
            <p:cNvSpPr/>
            <p:nvPr/>
          </p:nvSpPr>
          <p:spPr>
            <a:xfrm>
              <a:off x="1920290" y="3463188"/>
              <a:ext cx="5486400" cy="1371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2"/>
            <p:cNvSpPr/>
            <p:nvPr/>
          </p:nvSpPr>
          <p:spPr>
            <a:xfrm>
              <a:off x="1828840" y="3371688"/>
              <a:ext cx="5486400" cy="13716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50" name="Google Shape;550;p32"/>
            <p:cNvCxnSpPr/>
            <p:nvPr/>
          </p:nvCxnSpPr>
          <p:spPr>
            <a:xfrm>
              <a:off x="1828840" y="3554706"/>
              <a:ext cx="54849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51" name="Google Shape;551;p32"/>
          <p:cNvSpPr txBox="1">
            <a:spLocks noGrp="1"/>
          </p:cNvSpPr>
          <p:nvPr>
            <p:ph type="subTitle" idx="1"/>
          </p:nvPr>
        </p:nvSpPr>
        <p:spPr>
          <a:xfrm>
            <a:off x="2315850" y="3654197"/>
            <a:ext cx="4641004" cy="11235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/>
              <a:t>„Design patterns are the vocabulary of software design.” — Erich Gamma</a:t>
            </a:r>
            <a:endParaRPr i="1" dirty="0"/>
          </a:p>
        </p:txBody>
      </p:sp>
      <p:grpSp>
        <p:nvGrpSpPr>
          <p:cNvPr id="552" name="Google Shape;552;p32"/>
          <p:cNvGrpSpPr/>
          <p:nvPr/>
        </p:nvGrpSpPr>
        <p:grpSpPr>
          <a:xfrm>
            <a:off x="463651" y="4105603"/>
            <a:ext cx="502899" cy="502899"/>
            <a:chOff x="858700" y="1967475"/>
            <a:chExt cx="605100" cy="605100"/>
          </a:xfrm>
        </p:grpSpPr>
        <p:sp>
          <p:nvSpPr>
            <p:cNvPr id="553" name="Google Shape;553;p32"/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2"/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5" name="Google Shape;555;p32"/>
          <p:cNvSpPr/>
          <p:nvPr/>
        </p:nvSpPr>
        <p:spPr>
          <a:xfrm>
            <a:off x="3828458" y="1721467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32"/>
          <p:cNvSpPr/>
          <p:nvPr/>
        </p:nvSpPr>
        <p:spPr>
          <a:xfrm>
            <a:off x="4292603" y="1570639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32"/>
          <p:cNvSpPr/>
          <p:nvPr/>
        </p:nvSpPr>
        <p:spPr>
          <a:xfrm>
            <a:off x="3042489" y="1417325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8" name="Google Shape;558;p32"/>
          <p:cNvGrpSpPr/>
          <p:nvPr/>
        </p:nvGrpSpPr>
        <p:grpSpPr>
          <a:xfrm>
            <a:off x="463700" y="3419800"/>
            <a:ext cx="502800" cy="502800"/>
            <a:chOff x="1627550" y="2017350"/>
            <a:chExt cx="502800" cy="502800"/>
          </a:xfrm>
        </p:grpSpPr>
        <p:sp>
          <p:nvSpPr>
            <p:cNvPr id="559" name="Google Shape;559;p32"/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2"/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name="adj" fmla="val 25000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5" name="Google Shape;645;p35"/>
          <p:cNvGrpSpPr/>
          <p:nvPr/>
        </p:nvGrpSpPr>
        <p:grpSpPr>
          <a:xfrm>
            <a:off x="5320576" y="1595533"/>
            <a:ext cx="2418050" cy="2916600"/>
            <a:chOff x="6102151" y="1600325"/>
            <a:chExt cx="2418050" cy="2916600"/>
          </a:xfrm>
        </p:grpSpPr>
        <p:sp>
          <p:nvSpPr>
            <p:cNvPr id="646" name="Google Shape;646;p35"/>
            <p:cNvSpPr/>
            <p:nvPr/>
          </p:nvSpPr>
          <p:spPr>
            <a:xfrm>
              <a:off x="6193101" y="1691825"/>
              <a:ext cx="2327100" cy="282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47" name="Google Shape;647;p35"/>
            <p:cNvGrpSpPr/>
            <p:nvPr/>
          </p:nvGrpSpPr>
          <p:grpSpPr>
            <a:xfrm>
              <a:off x="6102151" y="1600325"/>
              <a:ext cx="2327100" cy="2825100"/>
              <a:chOff x="715400" y="1600325"/>
              <a:chExt cx="2327100" cy="2825100"/>
            </a:xfrm>
          </p:grpSpPr>
          <p:sp>
            <p:nvSpPr>
              <p:cNvPr id="648" name="Google Shape;648;p35"/>
              <p:cNvSpPr/>
              <p:nvPr/>
            </p:nvSpPr>
            <p:spPr>
              <a:xfrm>
                <a:off x="715400" y="1600325"/>
                <a:ext cx="2327100" cy="28251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649" name="Google Shape;649;p35"/>
              <p:cNvCxnSpPr/>
              <p:nvPr/>
            </p:nvCxnSpPr>
            <p:spPr>
              <a:xfrm>
                <a:off x="715400" y="1783325"/>
                <a:ext cx="23223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655" name="Google Shape;655;p35"/>
          <p:cNvGrpSpPr/>
          <p:nvPr/>
        </p:nvGrpSpPr>
        <p:grpSpPr>
          <a:xfrm>
            <a:off x="1123831" y="1608118"/>
            <a:ext cx="2418600" cy="2916600"/>
            <a:chOff x="715400" y="1600325"/>
            <a:chExt cx="2418600" cy="2916600"/>
          </a:xfrm>
        </p:grpSpPr>
        <p:sp>
          <p:nvSpPr>
            <p:cNvPr id="656" name="Google Shape;656;p35"/>
            <p:cNvSpPr/>
            <p:nvPr/>
          </p:nvSpPr>
          <p:spPr>
            <a:xfrm>
              <a:off x="806900" y="1691825"/>
              <a:ext cx="2327100" cy="282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57" name="Google Shape;657;p35"/>
            <p:cNvGrpSpPr/>
            <p:nvPr/>
          </p:nvGrpSpPr>
          <p:grpSpPr>
            <a:xfrm>
              <a:off x="715400" y="1600325"/>
              <a:ext cx="2327100" cy="2825100"/>
              <a:chOff x="715400" y="1600325"/>
              <a:chExt cx="2327100" cy="2825100"/>
            </a:xfrm>
          </p:grpSpPr>
          <p:sp>
            <p:nvSpPr>
              <p:cNvPr id="658" name="Google Shape;658;p35"/>
              <p:cNvSpPr/>
              <p:nvPr/>
            </p:nvSpPr>
            <p:spPr>
              <a:xfrm>
                <a:off x="715400" y="1600325"/>
                <a:ext cx="2327100" cy="28251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659" name="Google Shape;659;p35"/>
              <p:cNvCxnSpPr/>
              <p:nvPr/>
            </p:nvCxnSpPr>
            <p:spPr>
              <a:xfrm>
                <a:off x="715400" y="1783325"/>
                <a:ext cx="23223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664" name="Google Shape;664;p35"/>
          <p:cNvSpPr txBox="1">
            <a:spLocks noGrp="1"/>
          </p:cNvSpPr>
          <p:nvPr>
            <p:ph type="subTitle" idx="2"/>
          </p:nvPr>
        </p:nvSpPr>
        <p:spPr>
          <a:xfrm>
            <a:off x="1187731" y="1924932"/>
            <a:ext cx="2258400" cy="24798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it-IT" sz="1300" dirty="0"/>
              <a:t>Sunt soluții generale, reutilizabile, la probleme de proiectare recurente în dezvoltarea software.</a:t>
            </a:r>
            <a:endParaRPr lang="en-US" sz="13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3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Nu sunt cod </a:t>
            </a:r>
            <a:r>
              <a:rPr lang="en-US" sz="1300" dirty="0" err="1"/>
              <a:t>concret</a:t>
            </a:r>
            <a:r>
              <a:rPr lang="en-US" sz="1300" dirty="0"/>
              <a:t>, ci </a:t>
            </a:r>
            <a:r>
              <a:rPr lang="en-US" sz="1300" dirty="0" err="1"/>
              <a:t>modele</a:t>
            </a:r>
            <a:r>
              <a:rPr lang="en-US" sz="1300" dirty="0"/>
              <a:t> </a:t>
            </a:r>
            <a:r>
              <a:rPr lang="en-US" sz="1300" dirty="0" err="1"/>
              <a:t>conceptuale</a:t>
            </a:r>
            <a:r>
              <a:rPr lang="en-US" sz="1300" dirty="0"/>
              <a:t> </a:t>
            </a:r>
            <a:r>
              <a:rPr lang="en-US" sz="1300" dirty="0" err="1"/>
              <a:t>ce</a:t>
            </a:r>
            <a:r>
              <a:rPr lang="en-US" sz="1300" dirty="0"/>
              <a:t> pot fi </a:t>
            </a:r>
            <a:r>
              <a:rPr lang="en-US" sz="1300" dirty="0" err="1"/>
              <a:t>adaptate</a:t>
            </a:r>
            <a:r>
              <a:rPr lang="en-US" sz="1300" dirty="0"/>
              <a:t> </a:t>
            </a:r>
            <a:r>
              <a:rPr lang="en-US" sz="1300" dirty="0" err="1"/>
              <a:t>în</a:t>
            </a:r>
            <a:r>
              <a:rPr lang="en-US" sz="1300" dirty="0"/>
              <a:t> </a:t>
            </a:r>
            <a:r>
              <a:rPr lang="en-US" sz="1300" dirty="0" err="1"/>
              <a:t>funcție</a:t>
            </a:r>
            <a:r>
              <a:rPr lang="en-US" sz="1300" dirty="0"/>
              <a:t> de </a:t>
            </a:r>
            <a:r>
              <a:rPr lang="en-US" sz="1300" dirty="0" err="1"/>
              <a:t>limbaj</a:t>
            </a:r>
            <a:r>
              <a:rPr lang="en-US" sz="1300" dirty="0"/>
              <a:t> </a:t>
            </a:r>
            <a:r>
              <a:rPr lang="en-US" sz="1300" dirty="0" err="1"/>
              <a:t>și</a:t>
            </a:r>
            <a:r>
              <a:rPr lang="en-US" sz="1300" dirty="0"/>
              <a:t> context.</a:t>
            </a:r>
          </a:p>
        </p:txBody>
      </p:sp>
      <p:sp>
        <p:nvSpPr>
          <p:cNvPr id="666" name="Google Shape;666;p35"/>
          <p:cNvSpPr txBox="1">
            <a:spLocks noGrp="1"/>
          </p:cNvSpPr>
          <p:nvPr>
            <p:ph type="subTitle" idx="4"/>
          </p:nvPr>
        </p:nvSpPr>
        <p:spPr>
          <a:xfrm>
            <a:off x="5378783" y="1870034"/>
            <a:ext cx="2165017" cy="24645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300" dirty="0" err="1"/>
              <a:t>Ușurează</a:t>
            </a:r>
            <a:r>
              <a:rPr lang="en-US" sz="1300" dirty="0"/>
              <a:t> </a:t>
            </a:r>
            <a:r>
              <a:rPr lang="en-US" sz="1300" dirty="0" err="1"/>
              <a:t>mentenanța</a:t>
            </a:r>
            <a:r>
              <a:rPr lang="en-US" sz="1300" dirty="0"/>
              <a:t> </a:t>
            </a:r>
            <a:r>
              <a:rPr lang="en-US" sz="1300" dirty="0" err="1"/>
              <a:t>și</a:t>
            </a:r>
            <a:r>
              <a:rPr lang="en-US" sz="1300" dirty="0"/>
              <a:t> </a:t>
            </a:r>
            <a:r>
              <a:rPr lang="en-US" sz="1300" dirty="0" err="1"/>
              <a:t>extinderea</a:t>
            </a:r>
            <a:r>
              <a:rPr lang="en-US" sz="1300" dirty="0"/>
              <a:t>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300" dirty="0"/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sz="1200" dirty="0" err="1"/>
              <a:t>Îmbunătățesc</a:t>
            </a:r>
            <a:r>
              <a:rPr lang="en-US" sz="1200" dirty="0"/>
              <a:t> </a:t>
            </a:r>
            <a:r>
              <a:rPr lang="en-US" sz="1200" dirty="0" err="1"/>
              <a:t>arhitectura</a:t>
            </a:r>
            <a:r>
              <a:rPr lang="en-US" sz="1200" dirty="0"/>
              <a:t>.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lvl="0" indent="-285750" algn="l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sz="1300" dirty="0" err="1"/>
              <a:t>Reutilizare</a:t>
            </a:r>
            <a:r>
              <a:rPr lang="en-US" sz="1300" dirty="0"/>
              <a:t> </a:t>
            </a:r>
            <a:r>
              <a:rPr lang="en-US" sz="1300" dirty="0" err="1"/>
              <a:t>intelectuală</a:t>
            </a:r>
            <a:endParaRPr sz="1300" dirty="0"/>
          </a:p>
        </p:txBody>
      </p:sp>
      <p:sp>
        <p:nvSpPr>
          <p:cNvPr id="673" name="Google Shape;673;p35"/>
          <p:cNvSpPr/>
          <p:nvPr/>
        </p:nvSpPr>
        <p:spPr>
          <a:xfrm>
            <a:off x="8088319" y="4646628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4" name="Google Shape;674;p35"/>
          <p:cNvSpPr/>
          <p:nvPr/>
        </p:nvSpPr>
        <p:spPr>
          <a:xfrm>
            <a:off x="4593693" y="4488350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5" name="Google Shape;675;p35"/>
          <p:cNvSpPr/>
          <p:nvPr/>
        </p:nvSpPr>
        <p:spPr>
          <a:xfrm>
            <a:off x="715160" y="1252725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EEB489-4938-C83A-27D9-17313FEE1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378" y="738725"/>
            <a:ext cx="4029507" cy="685800"/>
          </a:xfrm>
        </p:spPr>
        <p:txBody>
          <a:bodyPr/>
          <a:lstStyle/>
          <a:p>
            <a:r>
              <a:rPr lang="en-US" dirty="0"/>
              <a:t>Ce sunt?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1799BA-DD62-0F45-D30C-DE5493FF677B}"/>
              </a:ext>
            </a:extLst>
          </p:cNvPr>
          <p:cNvSpPr txBox="1"/>
          <p:nvPr/>
        </p:nvSpPr>
        <p:spPr>
          <a:xfrm>
            <a:off x="4481946" y="793583"/>
            <a:ext cx="4662054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500" dirty="0">
                <a:latin typeface="Rubik Black" panose="020B0604020202020204" charset="-79"/>
                <a:cs typeface="Rubik Black" panose="020B0604020202020204" charset="-79"/>
              </a:rPr>
              <a:t>De </a:t>
            </a:r>
            <a:r>
              <a:rPr lang="en-US" sz="3500" dirty="0" err="1">
                <a:latin typeface="Rubik Black" panose="020B0604020202020204" charset="-79"/>
                <a:cs typeface="Rubik Black" panose="020B0604020202020204" charset="-79"/>
              </a:rPr>
              <a:t>ce</a:t>
            </a:r>
            <a:r>
              <a:rPr lang="en-US" sz="3500" dirty="0">
                <a:latin typeface="Rubik Black" panose="020B0604020202020204" charset="-79"/>
                <a:cs typeface="Rubik Black" panose="020B0604020202020204" charset="-79"/>
              </a:rPr>
              <a:t> sunt utile?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>
          <a:extLst>
            <a:ext uri="{FF2B5EF4-FFF2-40B4-BE49-F238E27FC236}">
              <a16:creationId xmlns:a16="http://schemas.microsoft.com/office/drawing/2014/main" id="{82535167-1829-DF4B-0C0A-7B557BDB8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8" name="Google Shape;528;p32">
            <a:extLst>
              <a:ext uri="{FF2B5EF4-FFF2-40B4-BE49-F238E27FC236}">
                <a16:creationId xmlns:a16="http://schemas.microsoft.com/office/drawing/2014/main" id="{775E0EF8-877A-4D86-3ABE-45EEFC4EE696}"/>
              </a:ext>
            </a:extLst>
          </p:cNvPr>
          <p:cNvGrpSpPr/>
          <p:nvPr/>
        </p:nvGrpSpPr>
        <p:grpSpPr>
          <a:xfrm rot="-5400000">
            <a:off x="7595342" y="978236"/>
            <a:ext cx="603495" cy="1371596"/>
            <a:chOff x="3724575" y="3497700"/>
            <a:chExt cx="603495" cy="1371596"/>
          </a:xfrm>
        </p:grpSpPr>
        <p:sp>
          <p:nvSpPr>
            <p:cNvPr id="529" name="Google Shape;529;p32">
              <a:extLst>
                <a:ext uri="{FF2B5EF4-FFF2-40B4-BE49-F238E27FC236}">
                  <a16:creationId xmlns:a16="http://schemas.microsoft.com/office/drawing/2014/main" id="{47E1812D-B251-DBEC-6302-7C9F15D7ABD3}"/>
                </a:ext>
              </a:extLst>
            </p:cNvPr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5488" y="16414"/>
                  </a:moveTo>
                  <a:lnTo>
                    <a:pt x="1732" y="16414"/>
                  </a:lnTo>
                  <a:cubicBezTo>
                    <a:pt x="781" y="16414"/>
                    <a:pt x="1" y="15634"/>
                    <a:pt x="1" y="14683"/>
                  </a:cubicBezTo>
                  <a:lnTo>
                    <a:pt x="1" y="5537"/>
                  </a:lnTo>
                  <a:cubicBezTo>
                    <a:pt x="1" y="5073"/>
                    <a:pt x="196" y="4634"/>
                    <a:pt x="513" y="4317"/>
                  </a:cubicBezTo>
                  <a:cubicBezTo>
                    <a:pt x="757" y="4073"/>
                    <a:pt x="1050" y="3902"/>
                    <a:pt x="1367" y="3829"/>
                  </a:cubicBezTo>
                  <a:lnTo>
                    <a:pt x="1367" y="781"/>
                  </a:lnTo>
                  <a:cubicBezTo>
                    <a:pt x="1367" y="585"/>
                    <a:pt x="1440" y="366"/>
                    <a:pt x="1610" y="220"/>
                  </a:cubicBezTo>
                  <a:cubicBezTo>
                    <a:pt x="1757" y="73"/>
                    <a:pt x="1952" y="0"/>
                    <a:pt x="2147" y="0"/>
                  </a:cubicBezTo>
                  <a:lnTo>
                    <a:pt x="5074" y="0"/>
                  </a:lnTo>
                  <a:cubicBezTo>
                    <a:pt x="5513" y="0"/>
                    <a:pt x="5854" y="342"/>
                    <a:pt x="5854" y="781"/>
                  </a:cubicBezTo>
                  <a:lnTo>
                    <a:pt x="5854" y="3829"/>
                  </a:lnTo>
                  <a:cubicBezTo>
                    <a:pt x="6659" y="4024"/>
                    <a:pt x="7220" y="4732"/>
                    <a:pt x="7220" y="5537"/>
                  </a:cubicBezTo>
                  <a:lnTo>
                    <a:pt x="7220" y="14683"/>
                  </a:lnTo>
                  <a:cubicBezTo>
                    <a:pt x="7220" y="15634"/>
                    <a:pt x="6440" y="16414"/>
                    <a:pt x="5488" y="164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2">
              <a:extLst>
                <a:ext uri="{FF2B5EF4-FFF2-40B4-BE49-F238E27FC236}">
                  <a16:creationId xmlns:a16="http://schemas.microsoft.com/office/drawing/2014/main" id="{B2B75FB2-2192-DB83-7918-27C21502882E}"/>
                </a:ext>
              </a:extLst>
            </p:cNvPr>
            <p:cNvSpPr/>
            <p:nvPr/>
          </p:nvSpPr>
          <p:spPr>
            <a:xfrm>
              <a:off x="3757170" y="3848221"/>
              <a:ext cx="538223" cy="988485"/>
            </a:xfrm>
            <a:custGeom>
              <a:avLst/>
              <a:gdLst/>
              <a:ahLst/>
              <a:cxnLst/>
              <a:rect l="l" t="t" r="r" b="b"/>
              <a:pathLst>
                <a:path w="6440" h="11830" extrusionOk="0">
                  <a:moveTo>
                    <a:pt x="5098" y="0"/>
                  </a:moveTo>
                  <a:lnTo>
                    <a:pt x="1342" y="0"/>
                  </a:lnTo>
                  <a:cubicBezTo>
                    <a:pt x="611" y="0"/>
                    <a:pt x="1" y="610"/>
                    <a:pt x="1" y="1342"/>
                  </a:cubicBezTo>
                  <a:lnTo>
                    <a:pt x="1" y="10488"/>
                  </a:lnTo>
                  <a:cubicBezTo>
                    <a:pt x="1" y="11219"/>
                    <a:pt x="611" y="11829"/>
                    <a:pt x="1342" y="11829"/>
                  </a:cubicBezTo>
                  <a:lnTo>
                    <a:pt x="5098" y="11829"/>
                  </a:lnTo>
                  <a:cubicBezTo>
                    <a:pt x="5830" y="11829"/>
                    <a:pt x="6440" y="11219"/>
                    <a:pt x="6440" y="10488"/>
                  </a:cubicBezTo>
                  <a:lnTo>
                    <a:pt x="6440" y="1342"/>
                  </a:lnTo>
                  <a:cubicBezTo>
                    <a:pt x="6440" y="610"/>
                    <a:pt x="5830" y="0"/>
                    <a:pt x="50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2">
              <a:extLst>
                <a:ext uri="{FF2B5EF4-FFF2-40B4-BE49-F238E27FC236}">
                  <a16:creationId xmlns:a16="http://schemas.microsoft.com/office/drawing/2014/main" id="{093413DE-0D77-079F-5713-EA780D2C74C0}"/>
                </a:ext>
              </a:extLst>
            </p:cNvPr>
            <p:cNvSpPr/>
            <p:nvPr/>
          </p:nvSpPr>
          <p:spPr>
            <a:xfrm>
              <a:off x="3816342" y="4047922"/>
              <a:ext cx="38779" cy="654255"/>
            </a:xfrm>
            <a:custGeom>
              <a:avLst/>
              <a:gdLst/>
              <a:ahLst/>
              <a:cxnLst/>
              <a:rect l="l" t="t" r="r" b="b"/>
              <a:pathLst>
                <a:path w="464" h="7830" extrusionOk="0">
                  <a:moveTo>
                    <a:pt x="439" y="7610"/>
                  </a:moveTo>
                  <a:cubicBezTo>
                    <a:pt x="464" y="7829"/>
                    <a:pt x="0" y="7829"/>
                    <a:pt x="25" y="7610"/>
                  </a:cubicBezTo>
                  <a:lnTo>
                    <a:pt x="25" y="1781"/>
                  </a:lnTo>
                  <a:cubicBezTo>
                    <a:pt x="0" y="1561"/>
                    <a:pt x="464" y="1561"/>
                    <a:pt x="439" y="1781"/>
                  </a:cubicBezTo>
                  <a:close/>
                  <a:moveTo>
                    <a:pt x="439" y="732"/>
                  </a:moveTo>
                  <a:cubicBezTo>
                    <a:pt x="415" y="952"/>
                    <a:pt x="73" y="952"/>
                    <a:pt x="25" y="732"/>
                  </a:cubicBezTo>
                  <a:lnTo>
                    <a:pt x="25" y="220"/>
                  </a:lnTo>
                  <a:cubicBezTo>
                    <a:pt x="0" y="0"/>
                    <a:pt x="464" y="0"/>
                    <a:pt x="439" y="2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2">
              <a:extLst>
                <a:ext uri="{FF2B5EF4-FFF2-40B4-BE49-F238E27FC236}">
                  <a16:creationId xmlns:a16="http://schemas.microsoft.com/office/drawing/2014/main" id="{A382AD08-3C04-EBD7-5831-5CA974BB9FB0}"/>
                </a:ext>
              </a:extLst>
            </p:cNvPr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3171" y="2293"/>
                  </a:moveTo>
                  <a:lnTo>
                    <a:pt x="2415" y="2293"/>
                  </a:lnTo>
                  <a:cubicBezTo>
                    <a:pt x="2342" y="2293"/>
                    <a:pt x="2269" y="2220"/>
                    <a:pt x="2269" y="2146"/>
                  </a:cubicBezTo>
                  <a:lnTo>
                    <a:pt x="2269" y="1293"/>
                  </a:lnTo>
                  <a:cubicBezTo>
                    <a:pt x="2269" y="1195"/>
                    <a:pt x="2342" y="1146"/>
                    <a:pt x="2415" y="1146"/>
                  </a:cubicBezTo>
                  <a:lnTo>
                    <a:pt x="3171" y="1146"/>
                  </a:lnTo>
                  <a:cubicBezTo>
                    <a:pt x="3245" y="1146"/>
                    <a:pt x="3318" y="1195"/>
                    <a:pt x="3318" y="1293"/>
                  </a:cubicBezTo>
                  <a:lnTo>
                    <a:pt x="3318" y="2146"/>
                  </a:lnTo>
                  <a:cubicBezTo>
                    <a:pt x="3318" y="2220"/>
                    <a:pt x="3245" y="2293"/>
                    <a:pt x="3171" y="2293"/>
                  </a:cubicBezTo>
                  <a:close/>
                  <a:moveTo>
                    <a:pt x="5488" y="16414"/>
                  </a:moveTo>
                  <a:cubicBezTo>
                    <a:pt x="6440" y="16414"/>
                    <a:pt x="7220" y="15634"/>
                    <a:pt x="7220" y="14683"/>
                  </a:cubicBezTo>
                  <a:lnTo>
                    <a:pt x="7220" y="5537"/>
                  </a:lnTo>
                  <a:cubicBezTo>
                    <a:pt x="7220" y="4707"/>
                    <a:pt x="6659" y="4000"/>
                    <a:pt x="5854" y="3829"/>
                  </a:cubicBezTo>
                  <a:lnTo>
                    <a:pt x="5854" y="781"/>
                  </a:lnTo>
                  <a:cubicBezTo>
                    <a:pt x="5854" y="342"/>
                    <a:pt x="5513" y="0"/>
                    <a:pt x="5074" y="0"/>
                  </a:cubicBezTo>
                  <a:lnTo>
                    <a:pt x="2147" y="0"/>
                  </a:lnTo>
                  <a:cubicBezTo>
                    <a:pt x="1952" y="0"/>
                    <a:pt x="1732" y="73"/>
                    <a:pt x="1586" y="220"/>
                  </a:cubicBezTo>
                  <a:cubicBezTo>
                    <a:pt x="1440" y="366"/>
                    <a:pt x="1367" y="561"/>
                    <a:pt x="1367" y="781"/>
                  </a:cubicBezTo>
                  <a:lnTo>
                    <a:pt x="1367" y="3829"/>
                  </a:lnTo>
                  <a:cubicBezTo>
                    <a:pt x="1050" y="3902"/>
                    <a:pt x="757" y="4073"/>
                    <a:pt x="513" y="4293"/>
                  </a:cubicBezTo>
                  <a:cubicBezTo>
                    <a:pt x="196" y="4610"/>
                    <a:pt x="1" y="5049"/>
                    <a:pt x="1" y="5512"/>
                  </a:cubicBezTo>
                  <a:lnTo>
                    <a:pt x="1" y="14658"/>
                  </a:lnTo>
                  <a:cubicBezTo>
                    <a:pt x="1" y="15634"/>
                    <a:pt x="781" y="16414"/>
                    <a:pt x="1732" y="16414"/>
                  </a:cubicBezTo>
                  <a:close/>
                  <a:moveTo>
                    <a:pt x="1757" y="3805"/>
                  </a:moveTo>
                  <a:lnTo>
                    <a:pt x="5464" y="3805"/>
                  </a:lnTo>
                  <a:lnTo>
                    <a:pt x="5464" y="781"/>
                  </a:lnTo>
                  <a:cubicBezTo>
                    <a:pt x="5464" y="683"/>
                    <a:pt x="5415" y="585"/>
                    <a:pt x="5342" y="512"/>
                  </a:cubicBezTo>
                  <a:cubicBezTo>
                    <a:pt x="5269" y="439"/>
                    <a:pt x="5171" y="390"/>
                    <a:pt x="5074" y="390"/>
                  </a:cubicBezTo>
                  <a:lnTo>
                    <a:pt x="2147" y="390"/>
                  </a:lnTo>
                  <a:cubicBezTo>
                    <a:pt x="1928" y="390"/>
                    <a:pt x="1757" y="561"/>
                    <a:pt x="1757" y="781"/>
                  </a:cubicBezTo>
                  <a:close/>
                  <a:moveTo>
                    <a:pt x="1732" y="16024"/>
                  </a:moveTo>
                  <a:cubicBezTo>
                    <a:pt x="1001" y="16024"/>
                    <a:pt x="391" y="15414"/>
                    <a:pt x="391" y="14683"/>
                  </a:cubicBezTo>
                  <a:lnTo>
                    <a:pt x="391" y="5537"/>
                  </a:lnTo>
                  <a:cubicBezTo>
                    <a:pt x="391" y="4780"/>
                    <a:pt x="1001" y="4195"/>
                    <a:pt x="1732" y="4195"/>
                  </a:cubicBezTo>
                  <a:lnTo>
                    <a:pt x="5488" y="4195"/>
                  </a:lnTo>
                  <a:cubicBezTo>
                    <a:pt x="6220" y="4195"/>
                    <a:pt x="6830" y="4780"/>
                    <a:pt x="6830" y="5537"/>
                  </a:cubicBezTo>
                  <a:lnTo>
                    <a:pt x="6830" y="14683"/>
                  </a:lnTo>
                  <a:cubicBezTo>
                    <a:pt x="6830" y="15414"/>
                    <a:pt x="6220" y="16024"/>
                    <a:pt x="5488" y="16024"/>
                  </a:cubicBezTo>
                  <a:close/>
                  <a:moveTo>
                    <a:pt x="4781" y="2293"/>
                  </a:moveTo>
                  <a:lnTo>
                    <a:pt x="4074" y="2293"/>
                  </a:lnTo>
                  <a:cubicBezTo>
                    <a:pt x="3976" y="2293"/>
                    <a:pt x="3928" y="2220"/>
                    <a:pt x="3928" y="2146"/>
                  </a:cubicBezTo>
                  <a:lnTo>
                    <a:pt x="3928" y="1293"/>
                  </a:lnTo>
                  <a:cubicBezTo>
                    <a:pt x="3903" y="1220"/>
                    <a:pt x="3976" y="1146"/>
                    <a:pt x="4074" y="1146"/>
                  </a:cubicBezTo>
                  <a:lnTo>
                    <a:pt x="4781" y="1146"/>
                  </a:lnTo>
                  <a:cubicBezTo>
                    <a:pt x="4879" y="1146"/>
                    <a:pt x="4952" y="1220"/>
                    <a:pt x="4952" y="1293"/>
                  </a:cubicBezTo>
                  <a:lnTo>
                    <a:pt x="4952" y="2122"/>
                  </a:lnTo>
                  <a:cubicBezTo>
                    <a:pt x="4952" y="2220"/>
                    <a:pt x="4879" y="2293"/>
                    <a:pt x="4781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2">
              <a:extLst>
                <a:ext uri="{FF2B5EF4-FFF2-40B4-BE49-F238E27FC236}">
                  <a16:creationId xmlns:a16="http://schemas.microsoft.com/office/drawing/2014/main" id="{FFF9090A-22E3-C61C-CCB6-146B865259D7}"/>
                </a:ext>
              </a:extLst>
            </p:cNvPr>
            <p:cNvSpPr/>
            <p:nvPr/>
          </p:nvSpPr>
          <p:spPr>
            <a:xfrm>
              <a:off x="3871336" y="3530287"/>
              <a:ext cx="309980" cy="285349"/>
            </a:xfrm>
            <a:custGeom>
              <a:avLst/>
              <a:gdLst/>
              <a:ahLst/>
              <a:cxnLst/>
              <a:rect l="l" t="t" r="r" b="b"/>
              <a:pathLst>
                <a:path w="3709" h="3415" extrusionOk="0">
                  <a:moveTo>
                    <a:pt x="1" y="3415"/>
                  </a:moveTo>
                  <a:lnTo>
                    <a:pt x="3708" y="3415"/>
                  </a:lnTo>
                  <a:lnTo>
                    <a:pt x="3708" y="391"/>
                  </a:lnTo>
                  <a:cubicBezTo>
                    <a:pt x="3708" y="293"/>
                    <a:pt x="3659" y="195"/>
                    <a:pt x="3586" y="122"/>
                  </a:cubicBezTo>
                  <a:cubicBezTo>
                    <a:pt x="3513" y="49"/>
                    <a:pt x="3415" y="0"/>
                    <a:pt x="3318" y="0"/>
                  </a:cubicBezTo>
                  <a:lnTo>
                    <a:pt x="391" y="0"/>
                  </a:lnTo>
                  <a:cubicBezTo>
                    <a:pt x="172" y="0"/>
                    <a:pt x="1" y="171"/>
                    <a:pt x="1" y="391"/>
                  </a:cubicBezTo>
                  <a:close/>
                  <a:moveTo>
                    <a:pt x="1415" y="1903"/>
                  </a:moveTo>
                  <a:lnTo>
                    <a:pt x="659" y="1903"/>
                  </a:lnTo>
                  <a:cubicBezTo>
                    <a:pt x="586" y="1903"/>
                    <a:pt x="513" y="1830"/>
                    <a:pt x="513" y="1756"/>
                  </a:cubicBezTo>
                  <a:lnTo>
                    <a:pt x="513" y="903"/>
                  </a:lnTo>
                  <a:cubicBezTo>
                    <a:pt x="513" y="805"/>
                    <a:pt x="586" y="756"/>
                    <a:pt x="659" y="756"/>
                  </a:cubicBezTo>
                  <a:lnTo>
                    <a:pt x="1415" y="756"/>
                  </a:lnTo>
                  <a:cubicBezTo>
                    <a:pt x="1489" y="756"/>
                    <a:pt x="1562" y="805"/>
                    <a:pt x="1562" y="903"/>
                  </a:cubicBezTo>
                  <a:lnTo>
                    <a:pt x="1562" y="1756"/>
                  </a:lnTo>
                  <a:cubicBezTo>
                    <a:pt x="1562" y="1830"/>
                    <a:pt x="1489" y="1903"/>
                    <a:pt x="1415" y="1903"/>
                  </a:cubicBezTo>
                  <a:close/>
                  <a:moveTo>
                    <a:pt x="3025" y="1903"/>
                  </a:moveTo>
                  <a:lnTo>
                    <a:pt x="2318" y="1903"/>
                  </a:lnTo>
                  <a:cubicBezTo>
                    <a:pt x="2220" y="1903"/>
                    <a:pt x="2147" y="1830"/>
                    <a:pt x="2147" y="1732"/>
                  </a:cubicBezTo>
                  <a:lnTo>
                    <a:pt x="2147" y="903"/>
                  </a:lnTo>
                  <a:cubicBezTo>
                    <a:pt x="2147" y="830"/>
                    <a:pt x="2220" y="756"/>
                    <a:pt x="2318" y="756"/>
                  </a:cubicBezTo>
                  <a:lnTo>
                    <a:pt x="3025" y="756"/>
                  </a:lnTo>
                  <a:cubicBezTo>
                    <a:pt x="3123" y="756"/>
                    <a:pt x="3196" y="830"/>
                    <a:pt x="3196" y="903"/>
                  </a:cubicBezTo>
                  <a:lnTo>
                    <a:pt x="3196" y="1732"/>
                  </a:lnTo>
                  <a:cubicBezTo>
                    <a:pt x="3196" y="1830"/>
                    <a:pt x="3123" y="1903"/>
                    <a:pt x="3025" y="19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2">
              <a:extLst>
                <a:ext uri="{FF2B5EF4-FFF2-40B4-BE49-F238E27FC236}">
                  <a16:creationId xmlns:a16="http://schemas.microsoft.com/office/drawing/2014/main" id="{528B315B-1250-A0E8-C7F3-630A080ACBD9}"/>
                </a:ext>
              </a:extLst>
            </p:cNvPr>
            <p:cNvSpPr/>
            <p:nvPr/>
          </p:nvSpPr>
          <p:spPr>
            <a:xfrm>
              <a:off x="3775557" y="3848221"/>
              <a:ext cx="519836" cy="988485"/>
            </a:xfrm>
            <a:custGeom>
              <a:avLst/>
              <a:gdLst/>
              <a:ahLst/>
              <a:cxnLst/>
              <a:rect l="l" t="t" r="r" b="b"/>
              <a:pathLst>
                <a:path w="6220" h="11830" extrusionOk="0">
                  <a:moveTo>
                    <a:pt x="5074" y="707"/>
                  </a:moveTo>
                  <a:lnTo>
                    <a:pt x="5074" y="9854"/>
                  </a:lnTo>
                  <a:cubicBezTo>
                    <a:pt x="5074" y="10585"/>
                    <a:pt x="4464" y="11195"/>
                    <a:pt x="3732" y="11195"/>
                  </a:cubicBezTo>
                  <a:lnTo>
                    <a:pt x="1" y="11195"/>
                  </a:lnTo>
                  <a:cubicBezTo>
                    <a:pt x="49" y="11293"/>
                    <a:pt x="122" y="11366"/>
                    <a:pt x="196" y="11439"/>
                  </a:cubicBezTo>
                  <a:cubicBezTo>
                    <a:pt x="440" y="11683"/>
                    <a:pt x="781" y="11829"/>
                    <a:pt x="1122" y="11829"/>
                  </a:cubicBezTo>
                  <a:lnTo>
                    <a:pt x="4878" y="11829"/>
                  </a:lnTo>
                  <a:cubicBezTo>
                    <a:pt x="5610" y="11829"/>
                    <a:pt x="6220" y="11219"/>
                    <a:pt x="6220" y="10488"/>
                  </a:cubicBezTo>
                  <a:lnTo>
                    <a:pt x="6220" y="1342"/>
                  </a:lnTo>
                  <a:cubicBezTo>
                    <a:pt x="6220" y="610"/>
                    <a:pt x="5610" y="0"/>
                    <a:pt x="4878" y="0"/>
                  </a:cubicBezTo>
                  <a:lnTo>
                    <a:pt x="4878" y="0"/>
                  </a:lnTo>
                  <a:cubicBezTo>
                    <a:pt x="5000" y="220"/>
                    <a:pt x="5074" y="464"/>
                    <a:pt x="5074" y="70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5" name="Google Shape;535;p32">
            <a:extLst>
              <a:ext uri="{FF2B5EF4-FFF2-40B4-BE49-F238E27FC236}">
                <a16:creationId xmlns:a16="http://schemas.microsoft.com/office/drawing/2014/main" id="{1F1DA7E8-018C-85A0-3E6B-EDFE94433033}"/>
              </a:ext>
            </a:extLst>
          </p:cNvPr>
          <p:cNvGrpSpPr/>
          <p:nvPr/>
        </p:nvGrpSpPr>
        <p:grpSpPr>
          <a:xfrm>
            <a:off x="715100" y="274199"/>
            <a:ext cx="1920300" cy="1918875"/>
            <a:chOff x="715100" y="274199"/>
            <a:chExt cx="1920300" cy="1918875"/>
          </a:xfrm>
        </p:grpSpPr>
        <p:sp>
          <p:nvSpPr>
            <p:cNvPr id="536" name="Google Shape;536;p32">
              <a:extLst>
                <a:ext uri="{FF2B5EF4-FFF2-40B4-BE49-F238E27FC236}">
                  <a16:creationId xmlns:a16="http://schemas.microsoft.com/office/drawing/2014/main" id="{512C06BB-9853-EF6F-F277-FBB99559B68D}"/>
                </a:ext>
              </a:extLst>
            </p:cNvPr>
            <p:cNvSpPr/>
            <p:nvPr/>
          </p:nvSpPr>
          <p:spPr>
            <a:xfrm>
              <a:off x="806600" y="364274"/>
              <a:ext cx="1828800" cy="18288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7" name="Google Shape;537;p32">
              <a:extLst>
                <a:ext uri="{FF2B5EF4-FFF2-40B4-BE49-F238E27FC236}">
                  <a16:creationId xmlns:a16="http://schemas.microsoft.com/office/drawing/2014/main" id="{9B9E0F5D-6309-4349-DA88-D2F5B0B7EE35}"/>
                </a:ext>
              </a:extLst>
            </p:cNvPr>
            <p:cNvGrpSpPr/>
            <p:nvPr/>
          </p:nvGrpSpPr>
          <p:grpSpPr>
            <a:xfrm>
              <a:off x="715100" y="274199"/>
              <a:ext cx="1828800" cy="1828800"/>
              <a:chOff x="715100" y="274199"/>
              <a:chExt cx="1828800" cy="1828800"/>
            </a:xfrm>
          </p:grpSpPr>
          <p:sp>
            <p:nvSpPr>
              <p:cNvPr id="538" name="Google Shape;538;p32">
                <a:extLst>
                  <a:ext uri="{FF2B5EF4-FFF2-40B4-BE49-F238E27FC236}">
                    <a16:creationId xmlns:a16="http://schemas.microsoft.com/office/drawing/2014/main" id="{36B2FDDF-AF96-F803-31A6-8179E1B2B8F9}"/>
                  </a:ext>
                </a:extLst>
              </p:cNvPr>
              <p:cNvSpPr/>
              <p:nvPr/>
            </p:nvSpPr>
            <p:spPr>
              <a:xfrm>
                <a:off x="715100" y="274199"/>
                <a:ext cx="1828800" cy="18288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39" name="Google Shape;539;p32">
                <a:extLst>
                  <a:ext uri="{FF2B5EF4-FFF2-40B4-BE49-F238E27FC236}">
                    <a16:creationId xmlns:a16="http://schemas.microsoft.com/office/drawing/2014/main" id="{9DF322A2-D726-8892-D0FD-51E05B6ED8B4}"/>
                  </a:ext>
                </a:extLst>
              </p:cNvPr>
              <p:cNvCxnSpPr/>
              <p:nvPr/>
            </p:nvCxnSpPr>
            <p:spPr>
              <a:xfrm>
                <a:off x="717952" y="637800"/>
                <a:ext cx="1823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540" name="Google Shape;540;p32">
                <a:extLst>
                  <a:ext uri="{FF2B5EF4-FFF2-40B4-BE49-F238E27FC236}">
                    <a16:creationId xmlns:a16="http://schemas.microsoft.com/office/drawing/2014/main" id="{0C1A1962-A340-8F8A-44CC-8B5F9512B2BE}"/>
                  </a:ext>
                </a:extLst>
              </p:cNvPr>
              <p:cNvGrpSpPr/>
              <p:nvPr/>
            </p:nvGrpSpPr>
            <p:grpSpPr>
              <a:xfrm>
                <a:off x="2267950" y="363963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541" name="Google Shape;541;p32">
                  <a:extLst>
                    <a:ext uri="{FF2B5EF4-FFF2-40B4-BE49-F238E27FC236}">
                      <a16:creationId xmlns:a16="http://schemas.microsoft.com/office/drawing/2014/main" id="{C8F4017E-5727-6172-BE62-38900B9212F2}"/>
                    </a:ext>
                  </a:extLst>
                </p:cNvPr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2" name="Google Shape;542;p32">
                  <a:extLst>
                    <a:ext uri="{FF2B5EF4-FFF2-40B4-BE49-F238E27FC236}">
                      <a16:creationId xmlns:a16="http://schemas.microsoft.com/office/drawing/2014/main" id="{F1104E1D-DC99-18CB-242D-FEA31337052D}"/>
                    </a:ext>
                  </a:extLst>
                </p:cNvPr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543" name="Google Shape;543;p32">
                <a:extLst>
                  <a:ext uri="{FF2B5EF4-FFF2-40B4-BE49-F238E27FC236}">
                    <a16:creationId xmlns:a16="http://schemas.microsoft.com/office/drawing/2014/main" id="{4A5CC2B5-C461-FC6F-367D-7286D45BEF77}"/>
                  </a:ext>
                </a:extLst>
              </p:cNvPr>
              <p:cNvSpPr/>
              <p:nvPr/>
            </p:nvSpPr>
            <p:spPr>
              <a:xfrm>
                <a:off x="1951450" y="367563"/>
                <a:ext cx="179400" cy="1794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44" name="Google Shape;544;p32">
                <a:extLst>
                  <a:ext uri="{FF2B5EF4-FFF2-40B4-BE49-F238E27FC236}">
                    <a16:creationId xmlns:a16="http://schemas.microsoft.com/office/drawing/2014/main" id="{E362185C-5FA0-6A5D-0DFB-7051CE398A53}"/>
                  </a:ext>
                </a:extLst>
              </p:cNvPr>
              <p:cNvCxnSpPr/>
              <p:nvPr/>
            </p:nvCxnSpPr>
            <p:spPr>
              <a:xfrm>
                <a:off x="1605849" y="546963"/>
                <a:ext cx="2085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545" name="Google Shape;545;p32">
            <a:extLst>
              <a:ext uri="{FF2B5EF4-FFF2-40B4-BE49-F238E27FC236}">
                <a16:creationId xmlns:a16="http://schemas.microsoft.com/office/drawing/2014/main" id="{126FA089-7BEC-F736-A192-55874800D78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947549" y="679350"/>
            <a:ext cx="1450845" cy="13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546" name="Google Shape;546;p32">
            <a:extLst>
              <a:ext uri="{FF2B5EF4-FFF2-40B4-BE49-F238E27FC236}">
                <a16:creationId xmlns:a16="http://schemas.microsoft.com/office/drawing/2014/main" id="{ABB47808-DADA-6296-81F8-6D75F7DF38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3922" y="2260257"/>
            <a:ext cx="557789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sz="4000" dirty="0"/>
              <a:t>Context &amp; </a:t>
            </a:r>
            <a:r>
              <a:rPr lang="en-US" sz="4000" dirty="0" err="1"/>
              <a:t>Problema</a:t>
            </a:r>
            <a:endParaRPr lang="en-US" sz="4000" dirty="0"/>
          </a:p>
        </p:txBody>
      </p:sp>
      <p:grpSp>
        <p:nvGrpSpPr>
          <p:cNvPr id="552" name="Google Shape;552;p32">
            <a:extLst>
              <a:ext uri="{FF2B5EF4-FFF2-40B4-BE49-F238E27FC236}">
                <a16:creationId xmlns:a16="http://schemas.microsoft.com/office/drawing/2014/main" id="{D38A76CE-A4B5-860A-6BE6-13563B836363}"/>
              </a:ext>
            </a:extLst>
          </p:cNvPr>
          <p:cNvGrpSpPr/>
          <p:nvPr/>
        </p:nvGrpSpPr>
        <p:grpSpPr>
          <a:xfrm>
            <a:off x="463651" y="4105603"/>
            <a:ext cx="502899" cy="502899"/>
            <a:chOff x="858700" y="1967475"/>
            <a:chExt cx="605100" cy="605100"/>
          </a:xfrm>
        </p:grpSpPr>
        <p:sp>
          <p:nvSpPr>
            <p:cNvPr id="553" name="Google Shape;553;p32">
              <a:extLst>
                <a:ext uri="{FF2B5EF4-FFF2-40B4-BE49-F238E27FC236}">
                  <a16:creationId xmlns:a16="http://schemas.microsoft.com/office/drawing/2014/main" id="{E8B44F8C-491E-CD13-D95C-D06DEFD495C3}"/>
                </a:ext>
              </a:extLst>
            </p:cNvPr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2">
              <a:extLst>
                <a:ext uri="{FF2B5EF4-FFF2-40B4-BE49-F238E27FC236}">
                  <a16:creationId xmlns:a16="http://schemas.microsoft.com/office/drawing/2014/main" id="{458F5DCF-25E3-9115-FA16-5BCA612C9923}"/>
                </a:ext>
              </a:extLst>
            </p:cNvPr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5" name="Google Shape;555;p32">
            <a:extLst>
              <a:ext uri="{FF2B5EF4-FFF2-40B4-BE49-F238E27FC236}">
                <a16:creationId xmlns:a16="http://schemas.microsoft.com/office/drawing/2014/main" id="{783E5617-8E34-9874-B793-9C23EA83D3DE}"/>
              </a:ext>
            </a:extLst>
          </p:cNvPr>
          <p:cNvSpPr/>
          <p:nvPr/>
        </p:nvSpPr>
        <p:spPr>
          <a:xfrm>
            <a:off x="3828458" y="1721467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32">
            <a:extLst>
              <a:ext uri="{FF2B5EF4-FFF2-40B4-BE49-F238E27FC236}">
                <a16:creationId xmlns:a16="http://schemas.microsoft.com/office/drawing/2014/main" id="{FD8DE6ED-AC2D-118F-1B7B-60CDFC96F4BA}"/>
              </a:ext>
            </a:extLst>
          </p:cNvPr>
          <p:cNvSpPr/>
          <p:nvPr/>
        </p:nvSpPr>
        <p:spPr>
          <a:xfrm>
            <a:off x="4292603" y="1570639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32">
            <a:extLst>
              <a:ext uri="{FF2B5EF4-FFF2-40B4-BE49-F238E27FC236}">
                <a16:creationId xmlns:a16="http://schemas.microsoft.com/office/drawing/2014/main" id="{3EF05CB2-8B5C-370B-78D2-205758836F15}"/>
              </a:ext>
            </a:extLst>
          </p:cNvPr>
          <p:cNvSpPr/>
          <p:nvPr/>
        </p:nvSpPr>
        <p:spPr>
          <a:xfrm>
            <a:off x="3042489" y="1417325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" name="Google Shape;583;p33">
            <a:extLst>
              <a:ext uri="{FF2B5EF4-FFF2-40B4-BE49-F238E27FC236}">
                <a16:creationId xmlns:a16="http://schemas.microsoft.com/office/drawing/2014/main" id="{03CEC794-CAB3-C007-4BF3-FEF330D4BF1C}"/>
              </a:ext>
            </a:extLst>
          </p:cNvPr>
          <p:cNvGrpSpPr/>
          <p:nvPr/>
        </p:nvGrpSpPr>
        <p:grpSpPr>
          <a:xfrm>
            <a:off x="463651" y="3327918"/>
            <a:ext cx="629846" cy="592514"/>
            <a:chOff x="463701" y="2217961"/>
            <a:chExt cx="629846" cy="592514"/>
          </a:xfrm>
        </p:grpSpPr>
        <p:sp>
          <p:nvSpPr>
            <p:cNvPr id="3" name="Google Shape;584;p33">
              <a:extLst>
                <a:ext uri="{FF2B5EF4-FFF2-40B4-BE49-F238E27FC236}">
                  <a16:creationId xmlns:a16="http://schemas.microsoft.com/office/drawing/2014/main" id="{C93F84E7-821E-BAE2-CEF6-ED71D0FCE78A}"/>
                </a:ext>
              </a:extLst>
            </p:cNvPr>
            <p:cNvSpPr/>
            <p:nvPr/>
          </p:nvSpPr>
          <p:spPr>
            <a:xfrm>
              <a:off x="463701" y="2307675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585;p33">
              <a:extLst>
                <a:ext uri="{FF2B5EF4-FFF2-40B4-BE49-F238E27FC236}">
                  <a16:creationId xmlns:a16="http://schemas.microsoft.com/office/drawing/2014/main" id="{259F0DF0-9898-021D-45E3-9785C7668995}"/>
                </a:ext>
              </a:extLst>
            </p:cNvPr>
            <p:cNvSpPr/>
            <p:nvPr/>
          </p:nvSpPr>
          <p:spPr>
            <a:xfrm>
              <a:off x="545925" y="2446300"/>
              <a:ext cx="338328" cy="225549"/>
            </a:xfrm>
            <a:custGeom>
              <a:avLst/>
              <a:gdLst/>
              <a:ahLst/>
              <a:cxnLst/>
              <a:rect l="l" t="t" r="r" b="b"/>
              <a:pathLst>
                <a:path w="8708" h="5806" extrusionOk="0">
                  <a:moveTo>
                    <a:pt x="757" y="1"/>
                  </a:moveTo>
                  <a:cubicBezTo>
                    <a:pt x="342" y="1"/>
                    <a:pt x="1" y="342"/>
                    <a:pt x="1" y="757"/>
                  </a:cubicBezTo>
                  <a:lnTo>
                    <a:pt x="1" y="5049"/>
                  </a:lnTo>
                  <a:cubicBezTo>
                    <a:pt x="1" y="5464"/>
                    <a:pt x="342" y="5806"/>
                    <a:pt x="757" y="5806"/>
                  </a:cubicBezTo>
                  <a:lnTo>
                    <a:pt x="7952" y="5806"/>
                  </a:lnTo>
                  <a:cubicBezTo>
                    <a:pt x="8366" y="5806"/>
                    <a:pt x="8708" y="5464"/>
                    <a:pt x="8708" y="5049"/>
                  </a:cubicBezTo>
                  <a:lnTo>
                    <a:pt x="8708" y="757"/>
                  </a:lnTo>
                  <a:cubicBezTo>
                    <a:pt x="8708" y="342"/>
                    <a:pt x="8366" y="1"/>
                    <a:pt x="7952" y="1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586;p33">
              <a:extLst>
                <a:ext uri="{FF2B5EF4-FFF2-40B4-BE49-F238E27FC236}">
                  <a16:creationId xmlns:a16="http://schemas.microsoft.com/office/drawing/2014/main" id="{C499BC22-7D6E-5704-F92C-54EDFD6127A3}"/>
                </a:ext>
              </a:extLst>
            </p:cNvPr>
            <p:cNvSpPr/>
            <p:nvPr/>
          </p:nvSpPr>
          <p:spPr>
            <a:xfrm>
              <a:off x="555887" y="2446307"/>
              <a:ext cx="318435" cy="106170"/>
            </a:xfrm>
            <a:custGeom>
              <a:avLst/>
              <a:gdLst/>
              <a:ahLst/>
              <a:cxnLst/>
              <a:rect l="l" t="t" r="r" b="b"/>
              <a:pathLst>
                <a:path w="8196" h="2733" extrusionOk="0">
                  <a:moveTo>
                    <a:pt x="1" y="1"/>
                  </a:moveTo>
                  <a:lnTo>
                    <a:pt x="3659" y="2586"/>
                  </a:lnTo>
                  <a:cubicBezTo>
                    <a:pt x="3794" y="2684"/>
                    <a:pt x="3946" y="2733"/>
                    <a:pt x="4098" y="2733"/>
                  </a:cubicBezTo>
                  <a:cubicBezTo>
                    <a:pt x="4251" y="2733"/>
                    <a:pt x="4403" y="2684"/>
                    <a:pt x="4537" y="2586"/>
                  </a:cubicBezTo>
                  <a:lnTo>
                    <a:pt x="8196" y="1"/>
                  </a:ln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" name="Google Shape;587;p33">
              <a:extLst>
                <a:ext uri="{FF2B5EF4-FFF2-40B4-BE49-F238E27FC236}">
                  <a16:creationId xmlns:a16="http://schemas.microsoft.com/office/drawing/2014/main" id="{6FB4802B-58F7-DCB5-832E-4A14ABF8CFE0}"/>
                </a:ext>
              </a:extLst>
            </p:cNvPr>
            <p:cNvGrpSpPr/>
            <p:nvPr/>
          </p:nvGrpSpPr>
          <p:grpSpPr>
            <a:xfrm>
              <a:off x="773496" y="2217961"/>
              <a:ext cx="320051" cy="298703"/>
              <a:chOff x="1023863" y="2896525"/>
              <a:chExt cx="240875" cy="219425"/>
            </a:xfrm>
          </p:grpSpPr>
          <p:sp>
            <p:nvSpPr>
              <p:cNvPr id="7" name="Google Shape;588;p33">
                <a:extLst>
                  <a:ext uri="{FF2B5EF4-FFF2-40B4-BE49-F238E27FC236}">
                    <a16:creationId xmlns:a16="http://schemas.microsoft.com/office/drawing/2014/main" id="{E1E7929A-5F77-9EC5-E98D-23FACC7D90BA}"/>
                  </a:ext>
                </a:extLst>
              </p:cNvPr>
              <p:cNvSpPr/>
              <p:nvPr/>
            </p:nvSpPr>
            <p:spPr>
              <a:xfrm>
                <a:off x="1023863" y="2896525"/>
                <a:ext cx="240875" cy="219425"/>
              </a:xfrm>
              <a:custGeom>
                <a:avLst/>
                <a:gdLst/>
                <a:ahLst/>
                <a:cxnLst/>
                <a:rect l="l" t="t" r="r" b="b"/>
                <a:pathLst>
                  <a:path w="9635" h="8777" extrusionOk="0">
                    <a:moveTo>
                      <a:pt x="4811" y="1"/>
                    </a:moveTo>
                    <a:cubicBezTo>
                      <a:pt x="2818" y="1"/>
                      <a:pt x="1017" y="1364"/>
                      <a:pt x="537" y="3389"/>
                    </a:cubicBezTo>
                    <a:cubicBezTo>
                      <a:pt x="0" y="5754"/>
                      <a:pt x="1464" y="8096"/>
                      <a:pt x="3805" y="8657"/>
                    </a:cubicBezTo>
                    <a:cubicBezTo>
                      <a:pt x="4147" y="8738"/>
                      <a:pt x="4488" y="8776"/>
                      <a:pt x="4824" y="8776"/>
                    </a:cubicBezTo>
                    <a:cubicBezTo>
                      <a:pt x="6816" y="8776"/>
                      <a:pt x="8614" y="7413"/>
                      <a:pt x="9073" y="5388"/>
                    </a:cubicBezTo>
                    <a:cubicBezTo>
                      <a:pt x="9634" y="3047"/>
                      <a:pt x="8171" y="681"/>
                      <a:pt x="5830" y="120"/>
                    </a:cubicBezTo>
                    <a:cubicBezTo>
                      <a:pt x="5488" y="39"/>
                      <a:pt x="5147" y="1"/>
                      <a:pt x="481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589;p33">
                <a:extLst>
                  <a:ext uri="{FF2B5EF4-FFF2-40B4-BE49-F238E27FC236}">
                    <a16:creationId xmlns:a16="http://schemas.microsoft.com/office/drawing/2014/main" id="{2FB4D69C-CFD6-1CEE-3A13-DDDB8F6C8D39}"/>
                  </a:ext>
                </a:extLst>
              </p:cNvPr>
              <p:cNvSpPr/>
              <p:nvPr/>
            </p:nvSpPr>
            <p:spPr>
              <a:xfrm>
                <a:off x="1111105" y="2959275"/>
                <a:ext cx="54900" cy="93925"/>
              </a:xfrm>
              <a:custGeom>
                <a:avLst/>
                <a:gdLst/>
                <a:ahLst/>
                <a:cxnLst/>
                <a:rect l="l" t="t" r="r" b="b"/>
                <a:pathLst>
                  <a:path w="2196" h="3757" extrusionOk="0">
                    <a:moveTo>
                      <a:pt x="1268" y="0"/>
                    </a:moveTo>
                    <a:lnTo>
                      <a:pt x="0" y="1049"/>
                    </a:lnTo>
                    <a:lnTo>
                      <a:pt x="512" y="1708"/>
                    </a:lnTo>
                    <a:lnTo>
                      <a:pt x="951" y="1342"/>
                    </a:lnTo>
                    <a:cubicBezTo>
                      <a:pt x="1024" y="1269"/>
                      <a:pt x="1098" y="1195"/>
                      <a:pt x="1171" y="1098"/>
                    </a:cubicBezTo>
                    <a:lnTo>
                      <a:pt x="1171" y="1756"/>
                    </a:lnTo>
                    <a:lnTo>
                      <a:pt x="1171" y="3756"/>
                    </a:lnTo>
                    <a:lnTo>
                      <a:pt x="2195" y="3756"/>
                    </a:lnTo>
                    <a:lnTo>
                      <a:pt x="219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" name="Google Shape;1117;p49">
            <a:extLst>
              <a:ext uri="{FF2B5EF4-FFF2-40B4-BE49-F238E27FC236}">
                <a16:creationId xmlns:a16="http://schemas.microsoft.com/office/drawing/2014/main" id="{AE270786-3C6F-DAF6-A55C-7A34B4A0E77C}"/>
              </a:ext>
            </a:extLst>
          </p:cNvPr>
          <p:cNvGrpSpPr/>
          <p:nvPr/>
        </p:nvGrpSpPr>
        <p:grpSpPr>
          <a:xfrm>
            <a:off x="5225796" y="3771904"/>
            <a:ext cx="836668" cy="1371596"/>
            <a:chOff x="2771692" y="3497697"/>
            <a:chExt cx="836668" cy="1371596"/>
          </a:xfrm>
        </p:grpSpPr>
        <p:sp>
          <p:nvSpPr>
            <p:cNvPr id="10" name="Google Shape;1118;p49">
              <a:extLst>
                <a:ext uri="{FF2B5EF4-FFF2-40B4-BE49-F238E27FC236}">
                  <a16:creationId xmlns:a16="http://schemas.microsoft.com/office/drawing/2014/main" id="{CAE8CCF0-5FE5-736F-78D8-13FDCDE1A719}"/>
                </a:ext>
              </a:extLst>
            </p:cNvPr>
            <p:cNvSpPr/>
            <p:nvPr/>
          </p:nvSpPr>
          <p:spPr>
            <a:xfrm>
              <a:off x="2771692" y="3497697"/>
              <a:ext cx="836668" cy="1371596"/>
            </a:xfrm>
            <a:custGeom>
              <a:avLst/>
              <a:gdLst/>
              <a:ahLst/>
              <a:cxnLst/>
              <a:rect l="l" t="t" r="r" b="b"/>
              <a:pathLst>
                <a:path w="9513" h="15683" extrusionOk="0">
                  <a:moveTo>
                    <a:pt x="4757" y="0"/>
                  </a:moveTo>
                  <a:cubicBezTo>
                    <a:pt x="7391" y="0"/>
                    <a:pt x="9513" y="2122"/>
                    <a:pt x="9513" y="4756"/>
                  </a:cubicBezTo>
                  <a:lnTo>
                    <a:pt x="9513" y="11049"/>
                  </a:lnTo>
                  <a:cubicBezTo>
                    <a:pt x="9464" y="13634"/>
                    <a:pt x="7342" y="15683"/>
                    <a:pt x="4757" y="15683"/>
                  </a:cubicBezTo>
                  <a:cubicBezTo>
                    <a:pt x="2172" y="15683"/>
                    <a:pt x="74" y="13634"/>
                    <a:pt x="1" y="11049"/>
                  </a:cubicBezTo>
                  <a:lnTo>
                    <a:pt x="1" y="4756"/>
                  </a:lnTo>
                  <a:cubicBezTo>
                    <a:pt x="1" y="2122"/>
                    <a:pt x="2123" y="0"/>
                    <a:pt x="47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19;p49">
              <a:extLst>
                <a:ext uri="{FF2B5EF4-FFF2-40B4-BE49-F238E27FC236}">
                  <a16:creationId xmlns:a16="http://schemas.microsoft.com/office/drawing/2014/main" id="{F218E4AB-4423-95C6-626C-1CBC13EDA9E3}"/>
                </a:ext>
              </a:extLst>
            </p:cNvPr>
            <p:cNvSpPr/>
            <p:nvPr/>
          </p:nvSpPr>
          <p:spPr>
            <a:xfrm>
              <a:off x="2771692" y="3497697"/>
              <a:ext cx="836668" cy="1371596"/>
            </a:xfrm>
            <a:custGeom>
              <a:avLst/>
              <a:gdLst/>
              <a:ahLst/>
              <a:cxnLst/>
              <a:rect l="l" t="t" r="r" b="b"/>
              <a:pathLst>
                <a:path w="9513" h="15683" extrusionOk="0">
                  <a:moveTo>
                    <a:pt x="4757" y="0"/>
                  </a:moveTo>
                  <a:cubicBezTo>
                    <a:pt x="7391" y="0"/>
                    <a:pt x="9513" y="2122"/>
                    <a:pt x="9513" y="4756"/>
                  </a:cubicBezTo>
                  <a:lnTo>
                    <a:pt x="9513" y="11049"/>
                  </a:lnTo>
                  <a:cubicBezTo>
                    <a:pt x="9464" y="13634"/>
                    <a:pt x="7342" y="15683"/>
                    <a:pt x="4757" y="15683"/>
                  </a:cubicBezTo>
                  <a:cubicBezTo>
                    <a:pt x="2172" y="15683"/>
                    <a:pt x="74" y="13634"/>
                    <a:pt x="1" y="11049"/>
                  </a:cubicBezTo>
                  <a:lnTo>
                    <a:pt x="1" y="4756"/>
                  </a:lnTo>
                  <a:cubicBezTo>
                    <a:pt x="1" y="2122"/>
                    <a:pt x="2123" y="0"/>
                    <a:pt x="4757" y="0"/>
                  </a:cubicBezTo>
                  <a:close/>
                  <a:moveTo>
                    <a:pt x="4903" y="390"/>
                  </a:moveTo>
                  <a:lnTo>
                    <a:pt x="4903" y="2293"/>
                  </a:lnTo>
                  <a:cubicBezTo>
                    <a:pt x="5391" y="2390"/>
                    <a:pt x="5732" y="2781"/>
                    <a:pt x="5732" y="3268"/>
                  </a:cubicBezTo>
                  <a:lnTo>
                    <a:pt x="5732" y="6000"/>
                  </a:lnTo>
                  <a:cubicBezTo>
                    <a:pt x="5732" y="6488"/>
                    <a:pt x="5391" y="6902"/>
                    <a:pt x="4903" y="6976"/>
                  </a:cubicBezTo>
                  <a:lnTo>
                    <a:pt x="4903" y="8268"/>
                  </a:lnTo>
                  <a:lnTo>
                    <a:pt x="5123" y="8268"/>
                  </a:lnTo>
                  <a:cubicBezTo>
                    <a:pt x="5854" y="8268"/>
                    <a:pt x="6562" y="8171"/>
                    <a:pt x="7269" y="7976"/>
                  </a:cubicBezTo>
                  <a:cubicBezTo>
                    <a:pt x="7928" y="7756"/>
                    <a:pt x="8537" y="7488"/>
                    <a:pt x="9123" y="7122"/>
                  </a:cubicBezTo>
                  <a:lnTo>
                    <a:pt x="9123" y="4756"/>
                  </a:lnTo>
                  <a:cubicBezTo>
                    <a:pt x="9098" y="2415"/>
                    <a:pt x="7245" y="488"/>
                    <a:pt x="4903" y="415"/>
                  </a:cubicBezTo>
                  <a:close/>
                  <a:moveTo>
                    <a:pt x="4611" y="2293"/>
                  </a:moveTo>
                  <a:lnTo>
                    <a:pt x="4611" y="415"/>
                  </a:lnTo>
                  <a:cubicBezTo>
                    <a:pt x="2269" y="488"/>
                    <a:pt x="416" y="2415"/>
                    <a:pt x="391" y="4756"/>
                  </a:cubicBezTo>
                  <a:lnTo>
                    <a:pt x="391" y="7122"/>
                  </a:lnTo>
                  <a:cubicBezTo>
                    <a:pt x="976" y="7463"/>
                    <a:pt x="1611" y="7756"/>
                    <a:pt x="2245" y="7951"/>
                  </a:cubicBezTo>
                  <a:cubicBezTo>
                    <a:pt x="2952" y="8146"/>
                    <a:pt x="3659" y="8268"/>
                    <a:pt x="4391" y="8244"/>
                  </a:cubicBezTo>
                  <a:lnTo>
                    <a:pt x="4611" y="8244"/>
                  </a:lnTo>
                  <a:lnTo>
                    <a:pt x="4611" y="6976"/>
                  </a:lnTo>
                  <a:cubicBezTo>
                    <a:pt x="4123" y="6902"/>
                    <a:pt x="3781" y="6488"/>
                    <a:pt x="3781" y="6000"/>
                  </a:cubicBezTo>
                  <a:lnTo>
                    <a:pt x="3781" y="3268"/>
                  </a:lnTo>
                  <a:cubicBezTo>
                    <a:pt x="3781" y="2781"/>
                    <a:pt x="4123" y="2390"/>
                    <a:pt x="4611" y="2293"/>
                  </a:cubicBezTo>
                  <a:close/>
                  <a:moveTo>
                    <a:pt x="5220" y="2781"/>
                  </a:moveTo>
                  <a:cubicBezTo>
                    <a:pt x="5098" y="2659"/>
                    <a:pt x="4928" y="2585"/>
                    <a:pt x="4757" y="2585"/>
                  </a:cubicBezTo>
                  <a:lnTo>
                    <a:pt x="4757" y="2585"/>
                  </a:lnTo>
                  <a:cubicBezTo>
                    <a:pt x="4391" y="2585"/>
                    <a:pt x="4074" y="2902"/>
                    <a:pt x="4074" y="3268"/>
                  </a:cubicBezTo>
                  <a:lnTo>
                    <a:pt x="4074" y="6000"/>
                  </a:lnTo>
                  <a:cubicBezTo>
                    <a:pt x="4074" y="6390"/>
                    <a:pt x="4391" y="6683"/>
                    <a:pt x="4757" y="6683"/>
                  </a:cubicBezTo>
                  <a:lnTo>
                    <a:pt x="4757" y="6683"/>
                  </a:lnTo>
                  <a:cubicBezTo>
                    <a:pt x="4928" y="6683"/>
                    <a:pt x="5098" y="6610"/>
                    <a:pt x="5220" y="6488"/>
                  </a:cubicBezTo>
                  <a:cubicBezTo>
                    <a:pt x="5367" y="6366"/>
                    <a:pt x="5440" y="6195"/>
                    <a:pt x="5440" y="6000"/>
                  </a:cubicBezTo>
                  <a:lnTo>
                    <a:pt x="5440" y="3268"/>
                  </a:lnTo>
                  <a:cubicBezTo>
                    <a:pt x="5440" y="3098"/>
                    <a:pt x="5367" y="2927"/>
                    <a:pt x="5220" y="2781"/>
                  </a:cubicBezTo>
                  <a:close/>
                  <a:moveTo>
                    <a:pt x="9123" y="7463"/>
                  </a:moveTo>
                  <a:cubicBezTo>
                    <a:pt x="8562" y="7805"/>
                    <a:pt x="7976" y="8073"/>
                    <a:pt x="7342" y="8244"/>
                  </a:cubicBezTo>
                  <a:cubicBezTo>
                    <a:pt x="6635" y="8463"/>
                    <a:pt x="5879" y="8561"/>
                    <a:pt x="5123" y="8561"/>
                  </a:cubicBezTo>
                  <a:lnTo>
                    <a:pt x="4391" y="8561"/>
                  </a:lnTo>
                  <a:cubicBezTo>
                    <a:pt x="2976" y="8561"/>
                    <a:pt x="1611" y="8195"/>
                    <a:pt x="391" y="7463"/>
                  </a:cubicBezTo>
                  <a:lnTo>
                    <a:pt x="391" y="11049"/>
                  </a:lnTo>
                  <a:cubicBezTo>
                    <a:pt x="464" y="13414"/>
                    <a:pt x="2391" y="15292"/>
                    <a:pt x="4757" y="15292"/>
                  </a:cubicBezTo>
                  <a:cubicBezTo>
                    <a:pt x="7123" y="15292"/>
                    <a:pt x="9049" y="13414"/>
                    <a:pt x="9123" y="110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120;p49">
              <a:extLst>
                <a:ext uri="{FF2B5EF4-FFF2-40B4-BE49-F238E27FC236}">
                  <a16:creationId xmlns:a16="http://schemas.microsoft.com/office/drawing/2014/main" id="{5381EAB9-AE96-4B2D-CE80-1F1C33B8521D}"/>
                </a:ext>
              </a:extLst>
            </p:cNvPr>
            <p:cNvSpPr/>
            <p:nvPr/>
          </p:nvSpPr>
          <p:spPr>
            <a:xfrm>
              <a:off x="3202911" y="3533904"/>
              <a:ext cx="371149" cy="686979"/>
            </a:xfrm>
            <a:custGeom>
              <a:avLst/>
              <a:gdLst/>
              <a:ahLst/>
              <a:cxnLst/>
              <a:rect l="l" t="t" r="r" b="b"/>
              <a:pathLst>
                <a:path w="4220" h="7855" extrusionOk="0">
                  <a:moveTo>
                    <a:pt x="537" y="2171"/>
                  </a:moveTo>
                  <a:cubicBezTo>
                    <a:pt x="732" y="2342"/>
                    <a:pt x="829" y="2586"/>
                    <a:pt x="829" y="2854"/>
                  </a:cubicBezTo>
                  <a:lnTo>
                    <a:pt x="829" y="5586"/>
                  </a:lnTo>
                  <a:cubicBezTo>
                    <a:pt x="829" y="6074"/>
                    <a:pt x="488" y="6488"/>
                    <a:pt x="0" y="6562"/>
                  </a:cubicBezTo>
                  <a:lnTo>
                    <a:pt x="0" y="7854"/>
                  </a:lnTo>
                  <a:lnTo>
                    <a:pt x="220" y="7854"/>
                  </a:lnTo>
                  <a:cubicBezTo>
                    <a:pt x="951" y="7854"/>
                    <a:pt x="1659" y="7757"/>
                    <a:pt x="2366" y="7562"/>
                  </a:cubicBezTo>
                  <a:cubicBezTo>
                    <a:pt x="3025" y="7342"/>
                    <a:pt x="3634" y="7074"/>
                    <a:pt x="4220" y="6708"/>
                  </a:cubicBezTo>
                  <a:lnTo>
                    <a:pt x="4220" y="4342"/>
                  </a:lnTo>
                  <a:cubicBezTo>
                    <a:pt x="4195" y="2001"/>
                    <a:pt x="2342" y="74"/>
                    <a:pt x="0" y="1"/>
                  </a:cubicBezTo>
                  <a:lnTo>
                    <a:pt x="0" y="1903"/>
                  </a:lnTo>
                  <a:cubicBezTo>
                    <a:pt x="220" y="1928"/>
                    <a:pt x="390" y="2025"/>
                    <a:pt x="537" y="217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121;p49">
              <a:extLst>
                <a:ext uri="{FF2B5EF4-FFF2-40B4-BE49-F238E27FC236}">
                  <a16:creationId xmlns:a16="http://schemas.microsoft.com/office/drawing/2014/main" id="{C16FD551-BD88-5330-7BFD-D46B32235716}"/>
                </a:ext>
              </a:extLst>
            </p:cNvPr>
            <p:cNvSpPr/>
            <p:nvPr/>
          </p:nvSpPr>
          <p:spPr>
            <a:xfrm>
              <a:off x="3129912" y="3708819"/>
              <a:ext cx="120228" cy="373356"/>
            </a:xfrm>
            <a:custGeom>
              <a:avLst/>
              <a:gdLst/>
              <a:ahLst/>
              <a:cxnLst/>
              <a:rect l="l" t="t" r="r" b="b"/>
              <a:pathLst>
                <a:path w="1367" h="4269" extrusionOk="0">
                  <a:moveTo>
                    <a:pt x="1367" y="3586"/>
                  </a:moveTo>
                  <a:lnTo>
                    <a:pt x="1367" y="854"/>
                  </a:lnTo>
                  <a:cubicBezTo>
                    <a:pt x="1294" y="1"/>
                    <a:pt x="74" y="1"/>
                    <a:pt x="1" y="854"/>
                  </a:cubicBezTo>
                  <a:lnTo>
                    <a:pt x="1" y="3586"/>
                  </a:lnTo>
                  <a:cubicBezTo>
                    <a:pt x="1" y="3976"/>
                    <a:pt x="318" y="4269"/>
                    <a:pt x="684" y="4269"/>
                  </a:cubicBezTo>
                  <a:cubicBezTo>
                    <a:pt x="855" y="4269"/>
                    <a:pt x="1025" y="4196"/>
                    <a:pt x="1172" y="4074"/>
                  </a:cubicBezTo>
                  <a:cubicBezTo>
                    <a:pt x="1294" y="3952"/>
                    <a:pt x="1367" y="3781"/>
                    <a:pt x="1367" y="358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122;p49">
              <a:extLst>
                <a:ext uri="{FF2B5EF4-FFF2-40B4-BE49-F238E27FC236}">
                  <a16:creationId xmlns:a16="http://schemas.microsoft.com/office/drawing/2014/main" id="{DF90E545-80EC-AC3C-EB55-FE518581F68A}"/>
                </a:ext>
              </a:extLst>
            </p:cNvPr>
            <p:cNvSpPr/>
            <p:nvPr/>
          </p:nvSpPr>
          <p:spPr>
            <a:xfrm>
              <a:off x="2806080" y="3533904"/>
              <a:ext cx="371149" cy="686979"/>
            </a:xfrm>
            <a:custGeom>
              <a:avLst/>
              <a:gdLst/>
              <a:ahLst/>
              <a:cxnLst/>
              <a:rect l="l" t="t" r="r" b="b"/>
              <a:pathLst>
                <a:path w="4220" h="7855" extrusionOk="0">
                  <a:moveTo>
                    <a:pt x="3390" y="5586"/>
                  </a:moveTo>
                  <a:lnTo>
                    <a:pt x="3390" y="2854"/>
                  </a:lnTo>
                  <a:cubicBezTo>
                    <a:pt x="3390" y="2367"/>
                    <a:pt x="3756" y="1976"/>
                    <a:pt x="4220" y="1903"/>
                  </a:cubicBezTo>
                  <a:lnTo>
                    <a:pt x="4220" y="1"/>
                  </a:lnTo>
                  <a:cubicBezTo>
                    <a:pt x="1878" y="74"/>
                    <a:pt x="25" y="2001"/>
                    <a:pt x="0" y="4342"/>
                  </a:cubicBezTo>
                  <a:lnTo>
                    <a:pt x="0" y="6708"/>
                  </a:lnTo>
                  <a:cubicBezTo>
                    <a:pt x="585" y="7049"/>
                    <a:pt x="1220" y="7342"/>
                    <a:pt x="1854" y="7537"/>
                  </a:cubicBezTo>
                  <a:cubicBezTo>
                    <a:pt x="2561" y="7732"/>
                    <a:pt x="3268" y="7854"/>
                    <a:pt x="4000" y="7830"/>
                  </a:cubicBezTo>
                  <a:lnTo>
                    <a:pt x="4220" y="7830"/>
                  </a:lnTo>
                  <a:lnTo>
                    <a:pt x="4220" y="6562"/>
                  </a:lnTo>
                  <a:cubicBezTo>
                    <a:pt x="3732" y="6488"/>
                    <a:pt x="3390" y="6074"/>
                    <a:pt x="3390" y="558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123;p49">
              <a:extLst>
                <a:ext uri="{FF2B5EF4-FFF2-40B4-BE49-F238E27FC236}">
                  <a16:creationId xmlns:a16="http://schemas.microsoft.com/office/drawing/2014/main" id="{F20C79C2-ADA9-4D3E-7779-5951685F1BD2}"/>
                </a:ext>
              </a:extLst>
            </p:cNvPr>
            <p:cNvSpPr/>
            <p:nvPr/>
          </p:nvSpPr>
          <p:spPr>
            <a:xfrm>
              <a:off x="2806080" y="4150392"/>
              <a:ext cx="767979" cy="684792"/>
            </a:xfrm>
            <a:custGeom>
              <a:avLst/>
              <a:gdLst/>
              <a:ahLst/>
              <a:cxnLst/>
              <a:rect l="l" t="t" r="r" b="b"/>
              <a:pathLst>
                <a:path w="8732" h="7830" extrusionOk="0">
                  <a:moveTo>
                    <a:pt x="6976" y="781"/>
                  </a:moveTo>
                  <a:cubicBezTo>
                    <a:pt x="6244" y="1000"/>
                    <a:pt x="5488" y="1098"/>
                    <a:pt x="4732" y="1098"/>
                  </a:cubicBezTo>
                  <a:lnTo>
                    <a:pt x="4000" y="1098"/>
                  </a:lnTo>
                  <a:cubicBezTo>
                    <a:pt x="2585" y="1098"/>
                    <a:pt x="1220" y="732"/>
                    <a:pt x="0" y="0"/>
                  </a:cubicBezTo>
                  <a:lnTo>
                    <a:pt x="0" y="3586"/>
                  </a:lnTo>
                  <a:cubicBezTo>
                    <a:pt x="73" y="5951"/>
                    <a:pt x="2000" y="7829"/>
                    <a:pt x="4366" y="7829"/>
                  </a:cubicBezTo>
                  <a:cubicBezTo>
                    <a:pt x="6732" y="7829"/>
                    <a:pt x="8658" y="5951"/>
                    <a:pt x="8732" y="3586"/>
                  </a:cubicBezTo>
                  <a:lnTo>
                    <a:pt x="8732" y="0"/>
                  </a:lnTo>
                  <a:cubicBezTo>
                    <a:pt x="8171" y="342"/>
                    <a:pt x="7585" y="610"/>
                    <a:pt x="6976" y="7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124;p49">
              <a:extLst>
                <a:ext uri="{FF2B5EF4-FFF2-40B4-BE49-F238E27FC236}">
                  <a16:creationId xmlns:a16="http://schemas.microsoft.com/office/drawing/2014/main" id="{6DD32AC4-B48E-F837-D50D-C4BD661C38F7}"/>
                </a:ext>
              </a:extLst>
            </p:cNvPr>
            <p:cNvSpPr/>
            <p:nvPr/>
          </p:nvSpPr>
          <p:spPr>
            <a:xfrm>
              <a:off x="3505371" y="4248519"/>
              <a:ext cx="34388" cy="266658"/>
            </a:xfrm>
            <a:custGeom>
              <a:avLst/>
              <a:gdLst/>
              <a:ahLst/>
              <a:cxnLst/>
              <a:rect l="l" t="t" r="r" b="b"/>
              <a:pathLst>
                <a:path w="391" h="3049" extrusionOk="0">
                  <a:moveTo>
                    <a:pt x="0" y="195"/>
                  </a:moveTo>
                  <a:cubicBezTo>
                    <a:pt x="0" y="98"/>
                    <a:pt x="98" y="0"/>
                    <a:pt x="195" y="0"/>
                  </a:cubicBezTo>
                  <a:cubicBezTo>
                    <a:pt x="317" y="0"/>
                    <a:pt x="390" y="98"/>
                    <a:pt x="390" y="195"/>
                  </a:cubicBezTo>
                  <a:lnTo>
                    <a:pt x="390" y="1927"/>
                  </a:lnTo>
                  <a:cubicBezTo>
                    <a:pt x="390" y="2025"/>
                    <a:pt x="317" y="2122"/>
                    <a:pt x="195" y="2122"/>
                  </a:cubicBezTo>
                  <a:cubicBezTo>
                    <a:pt x="98" y="2122"/>
                    <a:pt x="0" y="2025"/>
                    <a:pt x="0" y="1927"/>
                  </a:cubicBezTo>
                  <a:close/>
                  <a:moveTo>
                    <a:pt x="0" y="2537"/>
                  </a:moveTo>
                  <a:cubicBezTo>
                    <a:pt x="0" y="2439"/>
                    <a:pt x="98" y="2342"/>
                    <a:pt x="195" y="2342"/>
                  </a:cubicBezTo>
                  <a:cubicBezTo>
                    <a:pt x="317" y="2342"/>
                    <a:pt x="390" y="2439"/>
                    <a:pt x="390" y="2537"/>
                  </a:cubicBezTo>
                  <a:lnTo>
                    <a:pt x="390" y="2854"/>
                  </a:lnTo>
                  <a:cubicBezTo>
                    <a:pt x="390" y="2951"/>
                    <a:pt x="317" y="3049"/>
                    <a:pt x="195" y="3049"/>
                  </a:cubicBezTo>
                  <a:cubicBezTo>
                    <a:pt x="73" y="3049"/>
                    <a:pt x="0" y="2951"/>
                    <a:pt x="0" y="28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125;p49">
              <a:extLst>
                <a:ext uri="{FF2B5EF4-FFF2-40B4-BE49-F238E27FC236}">
                  <a16:creationId xmlns:a16="http://schemas.microsoft.com/office/drawing/2014/main" id="{BC53DD7B-A47E-633B-432D-F3D6EBAB13D8}"/>
                </a:ext>
              </a:extLst>
            </p:cNvPr>
            <p:cNvSpPr/>
            <p:nvPr/>
          </p:nvSpPr>
          <p:spPr>
            <a:xfrm>
              <a:off x="3202911" y="3533904"/>
              <a:ext cx="371149" cy="633630"/>
            </a:xfrm>
            <a:custGeom>
              <a:avLst/>
              <a:gdLst/>
              <a:ahLst/>
              <a:cxnLst/>
              <a:rect l="l" t="t" r="r" b="b"/>
              <a:pathLst>
                <a:path w="4220" h="7245" extrusionOk="0">
                  <a:moveTo>
                    <a:pt x="3610" y="4635"/>
                  </a:moveTo>
                  <a:lnTo>
                    <a:pt x="3610" y="7001"/>
                  </a:lnTo>
                  <a:cubicBezTo>
                    <a:pt x="3464" y="7098"/>
                    <a:pt x="3317" y="7171"/>
                    <a:pt x="3171" y="7244"/>
                  </a:cubicBezTo>
                  <a:cubicBezTo>
                    <a:pt x="3537" y="7098"/>
                    <a:pt x="3878" y="6903"/>
                    <a:pt x="4220" y="6708"/>
                  </a:cubicBezTo>
                  <a:lnTo>
                    <a:pt x="4220" y="4342"/>
                  </a:lnTo>
                  <a:cubicBezTo>
                    <a:pt x="4195" y="2001"/>
                    <a:pt x="2342" y="74"/>
                    <a:pt x="0" y="1"/>
                  </a:cubicBezTo>
                  <a:lnTo>
                    <a:pt x="0" y="342"/>
                  </a:lnTo>
                  <a:cubicBezTo>
                    <a:pt x="2073" y="732"/>
                    <a:pt x="3586" y="2537"/>
                    <a:pt x="3610" y="4635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126;p49">
              <a:extLst>
                <a:ext uri="{FF2B5EF4-FFF2-40B4-BE49-F238E27FC236}">
                  <a16:creationId xmlns:a16="http://schemas.microsoft.com/office/drawing/2014/main" id="{AD1D2E94-CE9D-416A-30A3-7F095D292884}"/>
                </a:ext>
              </a:extLst>
            </p:cNvPr>
            <p:cNvSpPr/>
            <p:nvPr/>
          </p:nvSpPr>
          <p:spPr>
            <a:xfrm>
              <a:off x="3329471" y="4150392"/>
              <a:ext cx="246788" cy="667738"/>
            </a:xfrm>
            <a:custGeom>
              <a:avLst/>
              <a:gdLst/>
              <a:ahLst/>
              <a:cxnLst/>
              <a:rect l="l" t="t" r="r" b="b"/>
              <a:pathLst>
                <a:path w="2806" h="7635" extrusionOk="0">
                  <a:moveTo>
                    <a:pt x="2781" y="0"/>
                  </a:moveTo>
                  <a:cubicBezTo>
                    <a:pt x="2586" y="122"/>
                    <a:pt x="2366" y="244"/>
                    <a:pt x="2171" y="342"/>
                  </a:cubicBezTo>
                  <a:lnTo>
                    <a:pt x="2171" y="1122"/>
                  </a:lnTo>
                  <a:lnTo>
                    <a:pt x="2195" y="1122"/>
                  </a:lnTo>
                  <a:cubicBezTo>
                    <a:pt x="2317" y="1122"/>
                    <a:pt x="2390" y="1220"/>
                    <a:pt x="2390" y="1317"/>
                  </a:cubicBezTo>
                  <a:lnTo>
                    <a:pt x="2390" y="3049"/>
                  </a:lnTo>
                  <a:cubicBezTo>
                    <a:pt x="2390" y="3147"/>
                    <a:pt x="2317" y="3244"/>
                    <a:pt x="2195" y="3244"/>
                  </a:cubicBezTo>
                  <a:lnTo>
                    <a:pt x="2171" y="3244"/>
                  </a:lnTo>
                  <a:lnTo>
                    <a:pt x="2171" y="3464"/>
                  </a:lnTo>
                  <a:lnTo>
                    <a:pt x="2195" y="3464"/>
                  </a:lnTo>
                  <a:cubicBezTo>
                    <a:pt x="2317" y="3464"/>
                    <a:pt x="2390" y="3561"/>
                    <a:pt x="2390" y="3683"/>
                  </a:cubicBezTo>
                  <a:lnTo>
                    <a:pt x="2390" y="3976"/>
                  </a:lnTo>
                  <a:cubicBezTo>
                    <a:pt x="2390" y="4098"/>
                    <a:pt x="2317" y="4171"/>
                    <a:pt x="2195" y="4171"/>
                  </a:cubicBezTo>
                  <a:lnTo>
                    <a:pt x="2171" y="4171"/>
                  </a:lnTo>
                  <a:cubicBezTo>
                    <a:pt x="2049" y="5610"/>
                    <a:pt x="1244" y="6903"/>
                    <a:pt x="0" y="7634"/>
                  </a:cubicBezTo>
                  <a:cubicBezTo>
                    <a:pt x="1683" y="6976"/>
                    <a:pt x="2781" y="5366"/>
                    <a:pt x="2805" y="3586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127;p49">
              <a:extLst>
                <a:ext uri="{FF2B5EF4-FFF2-40B4-BE49-F238E27FC236}">
                  <a16:creationId xmlns:a16="http://schemas.microsoft.com/office/drawing/2014/main" id="{1C7FF53B-6AA3-9910-EE84-1EF9DDCCE8F3}"/>
                </a:ext>
              </a:extLst>
            </p:cNvPr>
            <p:cNvSpPr/>
            <p:nvPr/>
          </p:nvSpPr>
          <p:spPr>
            <a:xfrm>
              <a:off x="3138531" y="3728060"/>
              <a:ext cx="111609" cy="373356"/>
            </a:xfrm>
            <a:custGeom>
              <a:avLst/>
              <a:gdLst/>
              <a:ahLst/>
              <a:cxnLst/>
              <a:rect l="l" t="t" r="r" b="b"/>
              <a:pathLst>
                <a:path w="1269" h="4269" extrusionOk="0">
                  <a:moveTo>
                    <a:pt x="879" y="317"/>
                  </a:moveTo>
                  <a:lnTo>
                    <a:pt x="879" y="3049"/>
                  </a:lnTo>
                  <a:cubicBezTo>
                    <a:pt x="879" y="3439"/>
                    <a:pt x="586" y="3732"/>
                    <a:pt x="220" y="3732"/>
                  </a:cubicBezTo>
                  <a:cubicBezTo>
                    <a:pt x="147" y="3732"/>
                    <a:pt x="74" y="3732"/>
                    <a:pt x="1" y="3707"/>
                  </a:cubicBezTo>
                  <a:cubicBezTo>
                    <a:pt x="25" y="3756"/>
                    <a:pt x="74" y="3805"/>
                    <a:pt x="123" y="3854"/>
                  </a:cubicBezTo>
                  <a:cubicBezTo>
                    <a:pt x="537" y="4268"/>
                    <a:pt x="1244" y="3976"/>
                    <a:pt x="1269" y="3366"/>
                  </a:cubicBezTo>
                  <a:lnTo>
                    <a:pt x="1269" y="634"/>
                  </a:lnTo>
                  <a:cubicBezTo>
                    <a:pt x="1269" y="464"/>
                    <a:pt x="1196" y="293"/>
                    <a:pt x="1074" y="147"/>
                  </a:cubicBezTo>
                  <a:cubicBezTo>
                    <a:pt x="976" y="73"/>
                    <a:pt x="903" y="25"/>
                    <a:pt x="805" y="0"/>
                  </a:cubicBezTo>
                  <a:cubicBezTo>
                    <a:pt x="854" y="98"/>
                    <a:pt x="879" y="195"/>
                    <a:pt x="879" y="31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503256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3">
          <a:extLst>
            <a:ext uri="{FF2B5EF4-FFF2-40B4-BE49-F238E27FC236}">
              <a16:creationId xmlns:a16="http://schemas.microsoft.com/office/drawing/2014/main" id="{79C1020C-E441-A8C2-EA40-82AA78069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4" name="Google Shape;714;p37">
            <a:extLst>
              <a:ext uri="{FF2B5EF4-FFF2-40B4-BE49-F238E27FC236}">
                <a16:creationId xmlns:a16="http://schemas.microsoft.com/office/drawing/2014/main" id="{E91A90EC-CD3E-9C3D-14F5-9659B85087F9}"/>
              </a:ext>
            </a:extLst>
          </p:cNvPr>
          <p:cNvGrpSpPr/>
          <p:nvPr/>
        </p:nvGrpSpPr>
        <p:grpSpPr>
          <a:xfrm>
            <a:off x="2601050" y="3239175"/>
            <a:ext cx="3771900" cy="1412550"/>
            <a:chOff x="4754850" y="1600325"/>
            <a:chExt cx="3771900" cy="1412550"/>
          </a:xfrm>
        </p:grpSpPr>
        <p:sp>
          <p:nvSpPr>
            <p:cNvPr id="715" name="Google Shape;715;p37">
              <a:extLst>
                <a:ext uri="{FF2B5EF4-FFF2-40B4-BE49-F238E27FC236}">
                  <a16:creationId xmlns:a16="http://schemas.microsoft.com/office/drawing/2014/main" id="{8B3F66E3-0D8D-99F4-7403-8E86CCDDA442}"/>
                </a:ext>
              </a:extLst>
            </p:cNvPr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7">
              <a:extLst>
                <a:ext uri="{FF2B5EF4-FFF2-40B4-BE49-F238E27FC236}">
                  <a16:creationId xmlns:a16="http://schemas.microsoft.com/office/drawing/2014/main" id="{56848C7D-A1EE-5869-0C3B-060A1F48AB1F}"/>
                </a:ext>
              </a:extLst>
            </p:cNvPr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17" name="Google Shape;717;p37">
              <a:extLst>
                <a:ext uri="{FF2B5EF4-FFF2-40B4-BE49-F238E27FC236}">
                  <a16:creationId xmlns:a16="http://schemas.microsoft.com/office/drawing/2014/main" id="{C545E3AF-3002-D3FB-8574-9ED5E65EBE55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22" name="Google Shape;722;p37">
            <a:extLst>
              <a:ext uri="{FF2B5EF4-FFF2-40B4-BE49-F238E27FC236}">
                <a16:creationId xmlns:a16="http://schemas.microsoft.com/office/drawing/2014/main" id="{B0C4BE95-7132-4605-95A2-1275435C578B}"/>
              </a:ext>
            </a:extLst>
          </p:cNvPr>
          <p:cNvGrpSpPr/>
          <p:nvPr/>
        </p:nvGrpSpPr>
        <p:grpSpPr>
          <a:xfrm>
            <a:off x="715100" y="1600313"/>
            <a:ext cx="3771900" cy="1412550"/>
            <a:chOff x="715100" y="1600313"/>
            <a:chExt cx="3771900" cy="1412550"/>
          </a:xfrm>
        </p:grpSpPr>
        <p:sp>
          <p:nvSpPr>
            <p:cNvPr id="723" name="Google Shape;723;p37">
              <a:extLst>
                <a:ext uri="{FF2B5EF4-FFF2-40B4-BE49-F238E27FC236}">
                  <a16:creationId xmlns:a16="http://schemas.microsoft.com/office/drawing/2014/main" id="{E5A3999E-2723-09D8-E0DC-47A56A025254}"/>
                </a:ext>
              </a:extLst>
            </p:cNvPr>
            <p:cNvSpPr/>
            <p:nvPr/>
          </p:nvSpPr>
          <p:spPr>
            <a:xfrm>
              <a:off x="812900" y="1691663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7">
              <a:extLst>
                <a:ext uri="{FF2B5EF4-FFF2-40B4-BE49-F238E27FC236}">
                  <a16:creationId xmlns:a16="http://schemas.microsoft.com/office/drawing/2014/main" id="{2D10B7F4-072F-C7C0-D38E-8C0F855B68DC}"/>
                </a:ext>
              </a:extLst>
            </p:cNvPr>
            <p:cNvSpPr/>
            <p:nvPr/>
          </p:nvSpPr>
          <p:spPr>
            <a:xfrm>
              <a:off x="715100" y="1600313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cxnSp>
          <p:nvCxnSpPr>
            <p:cNvPr id="725" name="Google Shape;725;p37">
              <a:extLst>
                <a:ext uri="{FF2B5EF4-FFF2-40B4-BE49-F238E27FC236}">
                  <a16:creationId xmlns:a16="http://schemas.microsoft.com/office/drawing/2014/main" id="{3FC3B2D1-E752-F697-9B93-D72CCD32C35B}"/>
                </a:ext>
              </a:extLst>
            </p:cNvPr>
            <p:cNvCxnSpPr/>
            <p:nvPr/>
          </p:nvCxnSpPr>
          <p:spPr>
            <a:xfrm>
              <a:off x="715100" y="1783313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26" name="Google Shape;726;p37">
            <a:extLst>
              <a:ext uri="{FF2B5EF4-FFF2-40B4-BE49-F238E27FC236}">
                <a16:creationId xmlns:a16="http://schemas.microsoft.com/office/drawing/2014/main" id="{65F2787B-A41A-2ED5-B0F2-26B239918DD0}"/>
              </a:ext>
            </a:extLst>
          </p:cNvPr>
          <p:cNvGrpSpPr/>
          <p:nvPr/>
        </p:nvGrpSpPr>
        <p:grpSpPr>
          <a:xfrm>
            <a:off x="4754850" y="1600313"/>
            <a:ext cx="3771900" cy="1412550"/>
            <a:chOff x="4754850" y="1600325"/>
            <a:chExt cx="3771900" cy="1412550"/>
          </a:xfrm>
        </p:grpSpPr>
        <p:sp>
          <p:nvSpPr>
            <p:cNvPr id="727" name="Google Shape;727;p37">
              <a:extLst>
                <a:ext uri="{FF2B5EF4-FFF2-40B4-BE49-F238E27FC236}">
                  <a16:creationId xmlns:a16="http://schemas.microsoft.com/office/drawing/2014/main" id="{773ACB4C-D831-D5B0-466A-1C8631C0F89E}"/>
                </a:ext>
              </a:extLst>
            </p:cNvPr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7">
              <a:extLst>
                <a:ext uri="{FF2B5EF4-FFF2-40B4-BE49-F238E27FC236}">
                  <a16:creationId xmlns:a16="http://schemas.microsoft.com/office/drawing/2014/main" id="{A73E4632-5A39-FCDF-8B52-8AAEB04C46C3}"/>
                </a:ext>
              </a:extLst>
            </p:cNvPr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29" name="Google Shape;729;p37">
              <a:extLst>
                <a:ext uri="{FF2B5EF4-FFF2-40B4-BE49-F238E27FC236}">
                  <a16:creationId xmlns:a16="http://schemas.microsoft.com/office/drawing/2014/main" id="{6B9B9232-4FF6-DB46-311A-945605AABCCE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30" name="Google Shape;730;p37">
            <a:extLst>
              <a:ext uri="{FF2B5EF4-FFF2-40B4-BE49-F238E27FC236}">
                <a16:creationId xmlns:a16="http://schemas.microsoft.com/office/drawing/2014/main" id="{B2827A36-715C-A7FE-0CFE-F2F0EF4C9394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541099" y="3625224"/>
            <a:ext cx="2582610" cy="8059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Codul</a:t>
            </a:r>
            <a:r>
              <a:rPr lang="en-US" dirty="0"/>
              <a:t> client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rămână</a:t>
            </a:r>
            <a:r>
              <a:rPr lang="en-US" dirty="0"/>
              <a:t> independent de </a:t>
            </a:r>
            <a:r>
              <a:rPr lang="en-US" dirty="0" err="1"/>
              <a:t>implementare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731" name="Google Shape;731;p37">
            <a:extLst>
              <a:ext uri="{FF2B5EF4-FFF2-40B4-BE49-F238E27FC236}">
                <a16:creationId xmlns:a16="http://schemas.microsoft.com/office/drawing/2014/main" id="{A8D5DABA-EAEF-12AA-EDBF-BAE0190AFD2F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737630" y="1986363"/>
            <a:ext cx="2553555" cy="7428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Avem</a:t>
            </a:r>
            <a:r>
              <a:rPr lang="en-US" dirty="0"/>
              <a:t> </a:t>
            </a:r>
            <a:r>
              <a:rPr lang="en-US" dirty="0" err="1"/>
              <a:t>nevoie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creăm</a:t>
            </a:r>
            <a:r>
              <a:rPr lang="en-US" dirty="0"/>
              <a:t> </a:t>
            </a:r>
            <a:r>
              <a:rPr lang="en-US" dirty="0" err="1"/>
              <a:t>obiecte</a:t>
            </a:r>
            <a:r>
              <a:rPr lang="en-US" dirty="0"/>
              <a:t> </a:t>
            </a:r>
            <a:r>
              <a:rPr lang="en-US" dirty="0" err="1"/>
              <a:t>complexe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înrudite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733" name="Google Shape;733;p37">
            <a:extLst>
              <a:ext uri="{FF2B5EF4-FFF2-40B4-BE49-F238E27FC236}">
                <a16:creationId xmlns:a16="http://schemas.microsoft.com/office/drawing/2014/main" id="{73B6EACD-F2EE-C0A1-AA08-968F8925B10B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5794591" y="1994007"/>
            <a:ext cx="2508248" cy="7039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familie</a:t>
            </a:r>
            <a:r>
              <a:rPr lang="en-US" dirty="0"/>
              <a:t> de </a:t>
            </a:r>
            <a:r>
              <a:rPr lang="en-US" dirty="0" err="1"/>
              <a:t>obiecte</a:t>
            </a:r>
            <a:r>
              <a:rPr lang="en-US" dirty="0"/>
              <a:t>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fie </a:t>
            </a:r>
            <a:r>
              <a:rPr lang="en-US" dirty="0" err="1"/>
              <a:t>compatibilă</a:t>
            </a:r>
            <a:r>
              <a:rPr lang="en-US" dirty="0"/>
              <a:t> </a:t>
            </a:r>
            <a:r>
              <a:rPr lang="en-US" dirty="0" err="1"/>
              <a:t>între</a:t>
            </a:r>
            <a:r>
              <a:rPr lang="en-US" dirty="0"/>
              <a:t> </a:t>
            </a:r>
            <a:r>
              <a:rPr lang="en-US" dirty="0" err="1"/>
              <a:t>ele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734" name="Google Shape;734;p37">
            <a:extLst>
              <a:ext uri="{FF2B5EF4-FFF2-40B4-BE49-F238E27FC236}">
                <a16:creationId xmlns:a16="http://schemas.microsoft.com/office/drawing/2014/main" id="{54E7008C-39EE-6B33-7CEB-BBA94EC1D3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100" y="731400"/>
            <a:ext cx="77139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CONTEXT</a:t>
            </a:r>
            <a:endParaRPr dirty="0"/>
          </a:p>
        </p:txBody>
      </p:sp>
      <p:grpSp>
        <p:nvGrpSpPr>
          <p:cNvPr id="739" name="Google Shape;739;p37">
            <a:extLst>
              <a:ext uri="{FF2B5EF4-FFF2-40B4-BE49-F238E27FC236}">
                <a16:creationId xmlns:a16="http://schemas.microsoft.com/office/drawing/2014/main" id="{7E5859A4-8C39-8539-24BA-24924491EF43}"/>
              </a:ext>
            </a:extLst>
          </p:cNvPr>
          <p:cNvGrpSpPr/>
          <p:nvPr/>
        </p:nvGrpSpPr>
        <p:grpSpPr>
          <a:xfrm>
            <a:off x="5079691" y="2106329"/>
            <a:ext cx="502899" cy="502899"/>
            <a:chOff x="858700" y="1967475"/>
            <a:chExt cx="605100" cy="605100"/>
          </a:xfrm>
        </p:grpSpPr>
        <p:sp>
          <p:nvSpPr>
            <p:cNvPr id="740" name="Google Shape;740;p37">
              <a:extLst>
                <a:ext uri="{FF2B5EF4-FFF2-40B4-BE49-F238E27FC236}">
                  <a16:creationId xmlns:a16="http://schemas.microsoft.com/office/drawing/2014/main" id="{FCFFEC2D-DBD7-69F2-9146-A2AA570AA4D6}"/>
                </a:ext>
              </a:extLst>
            </p:cNvPr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37">
              <a:extLst>
                <a:ext uri="{FF2B5EF4-FFF2-40B4-BE49-F238E27FC236}">
                  <a16:creationId xmlns:a16="http://schemas.microsoft.com/office/drawing/2014/main" id="{3C6CD536-97EA-92CB-45E6-5A9D6BC62FA0}"/>
                </a:ext>
              </a:extLst>
            </p:cNvPr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742" name="Google Shape;742;p37">
            <a:extLst>
              <a:ext uri="{FF2B5EF4-FFF2-40B4-BE49-F238E27FC236}">
                <a16:creationId xmlns:a16="http://schemas.microsoft.com/office/drawing/2014/main" id="{6353E1FD-1259-D129-1AA8-8F9EAD9704E8}"/>
              </a:ext>
            </a:extLst>
          </p:cNvPr>
          <p:cNvGrpSpPr/>
          <p:nvPr/>
        </p:nvGrpSpPr>
        <p:grpSpPr>
          <a:xfrm>
            <a:off x="2816150" y="3693925"/>
            <a:ext cx="502800" cy="502800"/>
            <a:chOff x="7014301" y="2017350"/>
            <a:chExt cx="502800" cy="502800"/>
          </a:xfrm>
        </p:grpSpPr>
        <p:sp>
          <p:nvSpPr>
            <p:cNvPr id="743" name="Google Shape;743;p37">
              <a:extLst>
                <a:ext uri="{FF2B5EF4-FFF2-40B4-BE49-F238E27FC236}">
                  <a16:creationId xmlns:a16="http://schemas.microsoft.com/office/drawing/2014/main" id="{74AA36E8-1B28-60F7-8A1B-42668A1F2DCA}"/>
                </a:ext>
              </a:extLst>
            </p:cNvPr>
            <p:cNvSpPr/>
            <p:nvPr/>
          </p:nvSpPr>
          <p:spPr>
            <a:xfrm>
              <a:off x="7014301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37">
              <a:extLst>
                <a:ext uri="{FF2B5EF4-FFF2-40B4-BE49-F238E27FC236}">
                  <a16:creationId xmlns:a16="http://schemas.microsoft.com/office/drawing/2014/main" id="{E0E6380D-3256-2C8B-EB29-C5A127771D81}"/>
                </a:ext>
              </a:extLst>
            </p:cNvPr>
            <p:cNvSpPr/>
            <p:nvPr/>
          </p:nvSpPr>
          <p:spPr>
            <a:xfrm>
              <a:off x="7095012" y="2108734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8" name="Google Shape;748;p37">
            <a:extLst>
              <a:ext uri="{FF2B5EF4-FFF2-40B4-BE49-F238E27FC236}">
                <a16:creationId xmlns:a16="http://schemas.microsoft.com/office/drawing/2014/main" id="{D15D4F70-54EB-79CB-3643-0440D8E02A96}"/>
              </a:ext>
            </a:extLst>
          </p:cNvPr>
          <p:cNvGrpSpPr/>
          <p:nvPr/>
        </p:nvGrpSpPr>
        <p:grpSpPr>
          <a:xfrm>
            <a:off x="1052005" y="2094591"/>
            <a:ext cx="502800" cy="502800"/>
            <a:chOff x="463701" y="2307675"/>
            <a:chExt cx="502800" cy="502800"/>
          </a:xfrm>
        </p:grpSpPr>
        <p:sp>
          <p:nvSpPr>
            <p:cNvPr id="749" name="Google Shape;749;p37">
              <a:extLst>
                <a:ext uri="{FF2B5EF4-FFF2-40B4-BE49-F238E27FC236}">
                  <a16:creationId xmlns:a16="http://schemas.microsoft.com/office/drawing/2014/main" id="{B088A1A8-FB44-3E72-7D91-A1F7CA317B64}"/>
                </a:ext>
              </a:extLst>
            </p:cNvPr>
            <p:cNvSpPr/>
            <p:nvPr/>
          </p:nvSpPr>
          <p:spPr>
            <a:xfrm>
              <a:off x="463701" y="2307675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37">
              <a:extLst>
                <a:ext uri="{FF2B5EF4-FFF2-40B4-BE49-F238E27FC236}">
                  <a16:creationId xmlns:a16="http://schemas.microsoft.com/office/drawing/2014/main" id="{9EB1CB87-56D6-5C2A-EC19-62D87B28BB6C}"/>
                </a:ext>
              </a:extLst>
            </p:cNvPr>
            <p:cNvSpPr/>
            <p:nvPr/>
          </p:nvSpPr>
          <p:spPr>
            <a:xfrm>
              <a:off x="545925" y="2446300"/>
              <a:ext cx="338328" cy="225549"/>
            </a:xfrm>
            <a:custGeom>
              <a:avLst/>
              <a:gdLst/>
              <a:ahLst/>
              <a:cxnLst/>
              <a:rect l="l" t="t" r="r" b="b"/>
              <a:pathLst>
                <a:path w="8708" h="5806" extrusionOk="0">
                  <a:moveTo>
                    <a:pt x="757" y="1"/>
                  </a:moveTo>
                  <a:cubicBezTo>
                    <a:pt x="342" y="1"/>
                    <a:pt x="1" y="342"/>
                    <a:pt x="1" y="757"/>
                  </a:cubicBezTo>
                  <a:lnTo>
                    <a:pt x="1" y="5049"/>
                  </a:lnTo>
                  <a:cubicBezTo>
                    <a:pt x="1" y="5464"/>
                    <a:pt x="342" y="5806"/>
                    <a:pt x="757" y="5806"/>
                  </a:cubicBezTo>
                  <a:lnTo>
                    <a:pt x="7952" y="5806"/>
                  </a:lnTo>
                  <a:cubicBezTo>
                    <a:pt x="8366" y="5806"/>
                    <a:pt x="8708" y="5464"/>
                    <a:pt x="8708" y="5049"/>
                  </a:cubicBezTo>
                  <a:lnTo>
                    <a:pt x="8708" y="757"/>
                  </a:lnTo>
                  <a:cubicBezTo>
                    <a:pt x="8708" y="342"/>
                    <a:pt x="8366" y="1"/>
                    <a:pt x="7952" y="1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37">
              <a:extLst>
                <a:ext uri="{FF2B5EF4-FFF2-40B4-BE49-F238E27FC236}">
                  <a16:creationId xmlns:a16="http://schemas.microsoft.com/office/drawing/2014/main" id="{96A387AF-E647-299A-B30D-DAB05FD0A0AF}"/>
                </a:ext>
              </a:extLst>
            </p:cNvPr>
            <p:cNvSpPr/>
            <p:nvPr/>
          </p:nvSpPr>
          <p:spPr>
            <a:xfrm>
              <a:off x="555887" y="2446307"/>
              <a:ext cx="318435" cy="106170"/>
            </a:xfrm>
            <a:custGeom>
              <a:avLst/>
              <a:gdLst/>
              <a:ahLst/>
              <a:cxnLst/>
              <a:rect l="l" t="t" r="r" b="b"/>
              <a:pathLst>
                <a:path w="8196" h="2733" extrusionOk="0">
                  <a:moveTo>
                    <a:pt x="1" y="1"/>
                  </a:moveTo>
                  <a:lnTo>
                    <a:pt x="3659" y="2586"/>
                  </a:lnTo>
                  <a:cubicBezTo>
                    <a:pt x="3794" y="2684"/>
                    <a:pt x="3946" y="2733"/>
                    <a:pt x="4098" y="2733"/>
                  </a:cubicBezTo>
                  <a:cubicBezTo>
                    <a:pt x="4251" y="2733"/>
                    <a:pt x="4403" y="2684"/>
                    <a:pt x="4537" y="2586"/>
                  </a:cubicBezTo>
                  <a:lnTo>
                    <a:pt x="8196" y="1"/>
                  </a:ln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2" name="Google Shape;752;p37">
            <a:extLst>
              <a:ext uri="{FF2B5EF4-FFF2-40B4-BE49-F238E27FC236}">
                <a16:creationId xmlns:a16="http://schemas.microsoft.com/office/drawing/2014/main" id="{8A937745-C9A0-8F24-A564-A62EE8A506C5}"/>
              </a:ext>
            </a:extLst>
          </p:cNvPr>
          <p:cNvSpPr/>
          <p:nvPr/>
        </p:nvSpPr>
        <p:spPr>
          <a:xfrm>
            <a:off x="947500" y="1090313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37">
            <a:extLst>
              <a:ext uri="{FF2B5EF4-FFF2-40B4-BE49-F238E27FC236}">
                <a16:creationId xmlns:a16="http://schemas.microsoft.com/office/drawing/2014/main" id="{272640A5-516A-9AD6-5D29-AFC362507738}"/>
              </a:ext>
            </a:extLst>
          </p:cNvPr>
          <p:cNvSpPr/>
          <p:nvPr/>
        </p:nvSpPr>
        <p:spPr>
          <a:xfrm>
            <a:off x="715160" y="941661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37">
            <a:extLst>
              <a:ext uri="{FF2B5EF4-FFF2-40B4-BE49-F238E27FC236}">
                <a16:creationId xmlns:a16="http://schemas.microsoft.com/office/drawing/2014/main" id="{C8E70B1C-D2C7-43DD-5A70-DD239787AB4B}"/>
              </a:ext>
            </a:extLst>
          </p:cNvPr>
          <p:cNvSpPr/>
          <p:nvPr/>
        </p:nvSpPr>
        <p:spPr>
          <a:xfrm>
            <a:off x="7971748" y="1042351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274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33"/>
          <p:cNvSpPr txBox="1">
            <a:spLocks noGrp="1"/>
          </p:cNvSpPr>
          <p:nvPr>
            <p:ph type="subTitle" idx="1"/>
          </p:nvPr>
        </p:nvSpPr>
        <p:spPr>
          <a:xfrm>
            <a:off x="2057400" y="2549013"/>
            <a:ext cx="50292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pt-BR" sz="2000" b="1" dirty="0"/>
              <a:t>Cum putem crea familii de obiecte compatibile fără să depindem de clasele lor concrete?</a:t>
            </a:r>
            <a:endParaRPr sz="2000" b="1" dirty="0"/>
          </a:p>
        </p:txBody>
      </p:sp>
      <p:grpSp>
        <p:nvGrpSpPr>
          <p:cNvPr id="577" name="Google Shape;577;p33"/>
          <p:cNvGrpSpPr/>
          <p:nvPr/>
        </p:nvGrpSpPr>
        <p:grpSpPr>
          <a:xfrm>
            <a:off x="463651" y="1220603"/>
            <a:ext cx="502899" cy="502899"/>
            <a:chOff x="858700" y="1967475"/>
            <a:chExt cx="605100" cy="605100"/>
          </a:xfrm>
        </p:grpSpPr>
        <p:sp>
          <p:nvSpPr>
            <p:cNvPr id="578" name="Google Shape;578;p33"/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3"/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0" name="Google Shape;580;p33"/>
          <p:cNvGrpSpPr/>
          <p:nvPr/>
        </p:nvGrpSpPr>
        <p:grpSpPr>
          <a:xfrm>
            <a:off x="463651" y="1906497"/>
            <a:ext cx="502800" cy="502800"/>
            <a:chOff x="7014301" y="2017350"/>
            <a:chExt cx="502800" cy="502800"/>
          </a:xfrm>
        </p:grpSpPr>
        <p:sp>
          <p:nvSpPr>
            <p:cNvPr id="581" name="Google Shape;581;p33"/>
            <p:cNvSpPr/>
            <p:nvPr/>
          </p:nvSpPr>
          <p:spPr>
            <a:xfrm>
              <a:off x="7014301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3"/>
            <p:cNvSpPr/>
            <p:nvPr/>
          </p:nvSpPr>
          <p:spPr>
            <a:xfrm>
              <a:off x="7095012" y="2108734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3" name="Google Shape;583;p33"/>
          <p:cNvGrpSpPr/>
          <p:nvPr/>
        </p:nvGrpSpPr>
        <p:grpSpPr>
          <a:xfrm>
            <a:off x="463651" y="445094"/>
            <a:ext cx="629846" cy="592514"/>
            <a:chOff x="463701" y="2217961"/>
            <a:chExt cx="629846" cy="592514"/>
          </a:xfrm>
        </p:grpSpPr>
        <p:sp>
          <p:nvSpPr>
            <p:cNvPr id="584" name="Google Shape;584;p33"/>
            <p:cNvSpPr/>
            <p:nvPr/>
          </p:nvSpPr>
          <p:spPr>
            <a:xfrm>
              <a:off x="463701" y="2307675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3"/>
            <p:cNvSpPr/>
            <p:nvPr/>
          </p:nvSpPr>
          <p:spPr>
            <a:xfrm>
              <a:off x="545925" y="2446300"/>
              <a:ext cx="338328" cy="225549"/>
            </a:xfrm>
            <a:custGeom>
              <a:avLst/>
              <a:gdLst/>
              <a:ahLst/>
              <a:cxnLst/>
              <a:rect l="l" t="t" r="r" b="b"/>
              <a:pathLst>
                <a:path w="8708" h="5806" extrusionOk="0">
                  <a:moveTo>
                    <a:pt x="757" y="1"/>
                  </a:moveTo>
                  <a:cubicBezTo>
                    <a:pt x="342" y="1"/>
                    <a:pt x="1" y="342"/>
                    <a:pt x="1" y="757"/>
                  </a:cubicBezTo>
                  <a:lnTo>
                    <a:pt x="1" y="5049"/>
                  </a:lnTo>
                  <a:cubicBezTo>
                    <a:pt x="1" y="5464"/>
                    <a:pt x="342" y="5806"/>
                    <a:pt x="757" y="5806"/>
                  </a:cubicBezTo>
                  <a:lnTo>
                    <a:pt x="7952" y="5806"/>
                  </a:lnTo>
                  <a:cubicBezTo>
                    <a:pt x="8366" y="5806"/>
                    <a:pt x="8708" y="5464"/>
                    <a:pt x="8708" y="5049"/>
                  </a:cubicBezTo>
                  <a:lnTo>
                    <a:pt x="8708" y="757"/>
                  </a:lnTo>
                  <a:cubicBezTo>
                    <a:pt x="8708" y="342"/>
                    <a:pt x="8366" y="1"/>
                    <a:pt x="7952" y="1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3"/>
            <p:cNvSpPr/>
            <p:nvPr/>
          </p:nvSpPr>
          <p:spPr>
            <a:xfrm>
              <a:off x="555887" y="2446307"/>
              <a:ext cx="318435" cy="106170"/>
            </a:xfrm>
            <a:custGeom>
              <a:avLst/>
              <a:gdLst/>
              <a:ahLst/>
              <a:cxnLst/>
              <a:rect l="l" t="t" r="r" b="b"/>
              <a:pathLst>
                <a:path w="8196" h="2733" extrusionOk="0">
                  <a:moveTo>
                    <a:pt x="1" y="1"/>
                  </a:moveTo>
                  <a:lnTo>
                    <a:pt x="3659" y="2586"/>
                  </a:lnTo>
                  <a:cubicBezTo>
                    <a:pt x="3794" y="2684"/>
                    <a:pt x="3946" y="2733"/>
                    <a:pt x="4098" y="2733"/>
                  </a:cubicBezTo>
                  <a:cubicBezTo>
                    <a:pt x="4251" y="2733"/>
                    <a:pt x="4403" y="2684"/>
                    <a:pt x="4537" y="2586"/>
                  </a:cubicBezTo>
                  <a:lnTo>
                    <a:pt x="8196" y="1"/>
                  </a:ln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7" name="Google Shape;587;p33"/>
            <p:cNvGrpSpPr/>
            <p:nvPr/>
          </p:nvGrpSpPr>
          <p:grpSpPr>
            <a:xfrm>
              <a:off x="773496" y="2217961"/>
              <a:ext cx="320051" cy="298703"/>
              <a:chOff x="1023863" y="2896525"/>
              <a:chExt cx="240875" cy="219425"/>
            </a:xfrm>
          </p:grpSpPr>
          <p:sp>
            <p:nvSpPr>
              <p:cNvPr id="588" name="Google Shape;588;p33"/>
              <p:cNvSpPr/>
              <p:nvPr/>
            </p:nvSpPr>
            <p:spPr>
              <a:xfrm>
                <a:off x="1023863" y="2896525"/>
                <a:ext cx="240875" cy="219425"/>
              </a:xfrm>
              <a:custGeom>
                <a:avLst/>
                <a:gdLst/>
                <a:ahLst/>
                <a:cxnLst/>
                <a:rect l="l" t="t" r="r" b="b"/>
                <a:pathLst>
                  <a:path w="9635" h="8777" extrusionOk="0">
                    <a:moveTo>
                      <a:pt x="4811" y="1"/>
                    </a:moveTo>
                    <a:cubicBezTo>
                      <a:pt x="2818" y="1"/>
                      <a:pt x="1017" y="1364"/>
                      <a:pt x="537" y="3389"/>
                    </a:cubicBezTo>
                    <a:cubicBezTo>
                      <a:pt x="0" y="5754"/>
                      <a:pt x="1464" y="8096"/>
                      <a:pt x="3805" y="8657"/>
                    </a:cubicBezTo>
                    <a:cubicBezTo>
                      <a:pt x="4147" y="8738"/>
                      <a:pt x="4488" y="8776"/>
                      <a:pt x="4824" y="8776"/>
                    </a:cubicBezTo>
                    <a:cubicBezTo>
                      <a:pt x="6816" y="8776"/>
                      <a:pt x="8614" y="7413"/>
                      <a:pt x="9073" y="5388"/>
                    </a:cubicBezTo>
                    <a:cubicBezTo>
                      <a:pt x="9634" y="3047"/>
                      <a:pt x="8171" y="681"/>
                      <a:pt x="5830" y="120"/>
                    </a:cubicBezTo>
                    <a:cubicBezTo>
                      <a:pt x="5488" y="39"/>
                      <a:pt x="5147" y="1"/>
                      <a:pt x="481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33"/>
              <p:cNvSpPr/>
              <p:nvPr/>
            </p:nvSpPr>
            <p:spPr>
              <a:xfrm>
                <a:off x="1111105" y="2959275"/>
                <a:ext cx="54900" cy="93925"/>
              </a:xfrm>
              <a:custGeom>
                <a:avLst/>
                <a:gdLst/>
                <a:ahLst/>
                <a:cxnLst/>
                <a:rect l="l" t="t" r="r" b="b"/>
                <a:pathLst>
                  <a:path w="2196" h="3757" extrusionOk="0">
                    <a:moveTo>
                      <a:pt x="1268" y="0"/>
                    </a:moveTo>
                    <a:lnTo>
                      <a:pt x="0" y="1049"/>
                    </a:lnTo>
                    <a:lnTo>
                      <a:pt x="512" y="1708"/>
                    </a:lnTo>
                    <a:lnTo>
                      <a:pt x="951" y="1342"/>
                    </a:lnTo>
                    <a:cubicBezTo>
                      <a:pt x="1024" y="1269"/>
                      <a:pt x="1098" y="1195"/>
                      <a:pt x="1171" y="1098"/>
                    </a:cubicBezTo>
                    <a:lnTo>
                      <a:pt x="1171" y="1756"/>
                    </a:lnTo>
                    <a:lnTo>
                      <a:pt x="1171" y="3756"/>
                    </a:lnTo>
                    <a:lnTo>
                      <a:pt x="2195" y="3756"/>
                    </a:lnTo>
                    <a:lnTo>
                      <a:pt x="219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92" name="Google Shape;592;p33"/>
          <p:cNvSpPr/>
          <p:nvPr/>
        </p:nvSpPr>
        <p:spPr>
          <a:xfrm>
            <a:off x="1646925" y="1381650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33"/>
          <p:cNvSpPr/>
          <p:nvPr/>
        </p:nvSpPr>
        <p:spPr>
          <a:xfrm>
            <a:off x="7031613" y="4058207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33"/>
          <p:cNvSpPr/>
          <p:nvPr/>
        </p:nvSpPr>
        <p:spPr>
          <a:xfrm>
            <a:off x="6799273" y="3909555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5" name="Google Shape;595;p33"/>
          <p:cNvGrpSpPr/>
          <p:nvPr/>
        </p:nvGrpSpPr>
        <p:grpSpPr>
          <a:xfrm>
            <a:off x="404600" y="4046486"/>
            <a:ext cx="621000" cy="621000"/>
            <a:chOff x="416300" y="4058211"/>
            <a:chExt cx="621000" cy="621000"/>
          </a:xfrm>
        </p:grpSpPr>
        <p:sp>
          <p:nvSpPr>
            <p:cNvPr id="596" name="Google Shape;596;p33"/>
            <p:cNvSpPr/>
            <p:nvPr/>
          </p:nvSpPr>
          <p:spPr>
            <a:xfrm>
              <a:off x="475400" y="4117311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3"/>
            <p:cNvSpPr/>
            <p:nvPr/>
          </p:nvSpPr>
          <p:spPr>
            <a:xfrm rot="2700000">
              <a:off x="507243" y="4149154"/>
              <a:ext cx="439113" cy="439113"/>
            </a:xfrm>
            <a:prstGeom prst="plus">
              <a:avLst>
                <a:gd name="adj" fmla="val 42536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61ACE298-B40C-92F2-0A93-2F74F166D65E}"/>
              </a:ext>
            </a:extLst>
          </p:cNvPr>
          <p:cNvSpPr txBox="1"/>
          <p:nvPr/>
        </p:nvSpPr>
        <p:spPr>
          <a:xfrm>
            <a:off x="2823079" y="1463945"/>
            <a:ext cx="349784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rgbClr val="FF0000"/>
                </a:solidFill>
                <a:latin typeface="Rubik Black" panose="020B0604020202020204" charset="-79"/>
                <a:cs typeface="Rubik Black" panose="020B0604020202020204" charset="-79"/>
              </a:rPr>
              <a:t>PROBLEMA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>
          <a:extLst>
            <a:ext uri="{FF2B5EF4-FFF2-40B4-BE49-F238E27FC236}">
              <a16:creationId xmlns:a16="http://schemas.microsoft.com/office/drawing/2014/main" id="{AD85587F-DEF1-4A8A-23C4-7F83F6741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5" name="Google Shape;515;p32">
            <a:extLst>
              <a:ext uri="{FF2B5EF4-FFF2-40B4-BE49-F238E27FC236}">
                <a16:creationId xmlns:a16="http://schemas.microsoft.com/office/drawing/2014/main" id="{0F2B7EE7-B861-E09F-7969-D118C6FF0197}"/>
              </a:ext>
            </a:extLst>
          </p:cNvPr>
          <p:cNvGrpSpPr/>
          <p:nvPr/>
        </p:nvGrpSpPr>
        <p:grpSpPr>
          <a:xfrm rot="16788779">
            <a:off x="6003225" y="1711883"/>
            <a:ext cx="3657590" cy="348347"/>
            <a:chOff x="4572050" y="100025"/>
            <a:chExt cx="3657590" cy="348347"/>
          </a:xfrm>
        </p:grpSpPr>
        <p:sp>
          <p:nvSpPr>
            <p:cNvPr id="516" name="Google Shape;516;p32">
              <a:extLst>
                <a:ext uri="{FF2B5EF4-FFF2-40B4-BE49-F238E27FC236}">
                  <a16:creationId xmlns:a16="http://schemas.microsoft.com/office/drawing/2014/main" id="{93AF0339-31A1-0482-2F27-002A0A28730C}"/>
                </a:ext>
              </a:extLst>
            </p:cNvPr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42" y="610"/>
                    <a:pt x="4805" y="0"/>
                    <a:pt x="71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2">
              <a:extLst>
                <a:ext uri="{FF2B5EF4-FFF2-40B4-BE49-F238E27FC236}">
                  <a16:creationId xmlns:a16="http://schemas.microsoft.com/office/drawing/2014/main" id="{C1E60B06-C95A-4B94-3DDE-334162FA8433}"/>
                </a:ext>
              </a:extLst>
            </p:cNvPr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18" y="610"/>
                    <a:pt x="4805" y="0"/>
                    <a:pt x="7122" y="0"/>
                  </a:cubicBezTo>
                  <a:close/>
                  <a:moveTo>
                    <a:pt x="28317" y="2780"/>
                  </a:moveTo>
                  <a:lnTo>
                    <a:pt x="8464" y="2780"/>
                  </a:lnTo>
                  <a:cubicBezTo>
                    <a:pt x="8269" y="2780"/>
                    <a:pt x="8269" y="3073"/>
                    <a:pt x="8464" y="3073"/>
                  </a:cubicBezTo>
                  <a:lnTo>
                    <a:pt x="28317" y="3073"/>
                  </a:lnTo>
                  <a:cubicBezTo>
                    <a:pt x="28512" y="3073"/>
                    <a:pt x="28512" y="2780"/>
                    <a:pt x="28317" y="2780"/>
                  </a:cubicBezTo>
                  <a:close/>
                  <a:moveTo>
                    <a:pt x="6293" y="2780"/>
                  </a:moveTo>
                  <a:lnTo>
                    <a:pt x="6805" y="2780"/>
                  </a:lnTo>
                  <a:cubicBezTo>
                    <a:pt x="7000" y="2780"/>
                    <a:pt x="7000" y="3073"/>
                    <a:pt x="6805" y="3073"/>
                  </a:cubicBezTo>
                  <a:lnTo>
                    <a:pt x="6244" y="3073"/>
                  </a:lnTo>
                  <a:cubicBezTo>
                    <a:pt x="6171" y="3415"/>
                    <a:pt x="6098" y="3732"/>
                    <a:pt x="5952" y="4049"/>
                  </a:cubicBezTo>
                  <a:cubicBezTo>
                    <a:pt x="6342" y="4073"/>
                    <a:pt x="6732" y="4097"/>
                    <a:pt x="7122" y="4097"/>
                  </a:cubicBezTo>
                  <a:lnTo>
                    <a:pt x="38000" y="4097"/>
                  </a:lnTo>
                  <a:lnTo>
                    <a:pt x="38000" y="3073"/>
                  </a:lnTo>
                  <a:lnTo>
                    <a:pt x="29951" y="3073"/>
                  </a:lnTo>
                  <a:cubicBezTo>
                    <a:pt x="29756" y="3073"/>
                    <a:pt x="29756" y="2780"/>
                    <a:pt x="29951" y="2780"/>
                  </a:cubicBezTo>
                  <a:lnTo>
                    <a:pt x="38000" y="2780"/>
                  </a:lnTo>
                  <a:lnTo>
                    <a:pt x="38000" y="1561"/>
                  </a:lnTo>
                  <a:lnTo>
                    <a:pt x="37390" y="1561"/>
                  </a:lnTo>
                  <a:cubicBezTo>
                    <a:pt x="37317" y="1561"/>
                    <a:pt x="37244" y="1488"/>
                    <a:pt x="37244" y="1415"/>
                  </a:cubicBezTo>
                  <a:cubicBezTo>
                    <a:pt x="37244" y="1317"/>
                    <a:pt x="37317" y="1268"/>
                    <a:pt x="37390" y="1268"/>
                  </a:cubicBezTo>
                  <a:lnTo>
                    <a:pt x="38000" y="1268"/>
                  </a:lnTo>
                  <a:lnTo>
                    <a:pt x="38000" y="366"/>
                  </a:lnTo>
                  <a:lnTo>
                    <a:pt x="7122" y="366"/>
                  </a:lnTo>
                  <a:cubicBezTo>
                    <a:pt x="6732" y="366"/>
                    <a:pt x="6366" y="390"/>
                    <a:pt x="5976" y="415"/>
                  </a:cubicBezTo>
                  <a:cubicBezTo>
                    <a:pt x="6074" y="707"/>
                    <a:pt x="6171" y="976"/>
                    <a:pt x="6220" y="1268"/>
                  </a:cubicBezTo>
                  <a:lnTo>
                    <a:pt x="14244" y="1268"/>
                  </a:lnTo>
                  <a:cubicBezTo>
                    <a:pt x="14342" y="1268"/>
                    <a:pt x="14390" y="1317"/>
                    <a:pt x="14390" y="1415"/>
                  </a:cubicBezTo>
                  <a:cubicBezTo>
                    <a:pt x="14390" y="1488"/>
                    <a:pt x="14342" y="1561"/>
                    <a:pt x="14244" y="1561"/>
                  </a:cubicBezTo>
                  <a:lnTo>
                    <a:pt x="6269" y="1561"/>
                  </a:lnTo>
                  <a:cubicBezTo>
                    <a:pt x="6317" y="1951"/>
                    <a:pt x="6317" y="2366"/>
                    <a:pt x="6269" y="2780"/>
                  </a:cubicBezTo>
                  <a:close/>
                  <a:moveTo>
                    <a:pt x="38292" y="2927"/>
                  </a:moveTo>
                  <a:lnTo>
                    <a:pt x="38292" y="2927"/>
                  </a:lnTo>
                  <a:lnTo>
                    <a:pt x="38292" y="4097"/>
                  </a:lnTo>
                  <a:lnTo>
                    <a:pt x="40268" y="4097"/>
                  </a:lnTo>
                  <a:lnTo>
                    <a:pt x="40268" y="390"/>
                  </a:lnTo>
                  <a:lnTo>
                    <a:pt x="38317" y="390"/>
                  </a:lnTo>
                  <a:lnTo>
                    <a:pt x="38317" y="2927"/>
                  </a:lnTo>
                  <a:close/>
                  <a:moveTo>
                    <a:pt x="28951" y="3073"/>
                  </a:moveTo>
                  <a:lnTo>
                    <a:pt x="29244" y="3073"/>
                  </a:lnTo>
                  <a:cubicBezTo>
                    <a:pt x="29439" y="3073"/>
                    <a:pt x="29439" y="2780"/>
                    <a:pt x="29244" y="2780"/>
                  </a:cubicBezTo>
                  <a:lnTo>
                    <a:pt x="28951" y="2780"/>
                  </a:lnTo>
                  <a:cubicBezTo>
                    <a:pt x="28732" y="2780"/>
                    <a:pt x="28732" y="3073"/>
                    <a:pt x="28951" y="3073"/>
                  </a:cubicBezTo>
                  <a:close/>
                  <a:moveTo>
                    <a:pt x="15878" y="1561"/>
                  </a:moveTo>
                  <a:lnTo>
                    <a:pt x="35731" y="1561"/>
                  </a:lnTo>
                  <a:cubicBezTo>
                    <a:pt x="35829" y="1561"/>
                    <a:pt x="35878" y="1512"/>
                    <a:pt x="35878" y="1415"/>
                  </a:cubicBezTo>
                  <a:cubicBezTo>
                    <a:pt x="35878" y="1341"/>
                    <a:pt x="35829" y="1268"/>
                    <a:pt x="35731" y="1268"/>
                  </a:cubicBezTo>
                  <a:lnTo>
                    <a:pt x="15878" y="1268"/>
                  </a:lnTo>
                  <a:cubicBezTo>
                    <a:pt x="15805" y="1268"/>
                    <a:pt x="15732" y="1341"/>
                    <a:pt x="15732" y="1415"/>
                  </a:cubicBezTo>
                  <a:cubicBezTo>
                    <a:pt x="15732" y="1512"/>
                    <a:pt x="15805" y="1585"/>
                    <a:pt x="15878" y="1561"/>
                  </a:cubicBezTo>
                  <a:close/>
                  <a:moveTo>
                    <a:pt x="15244" y="1268"/>
                  </a:moveTo>
                  <a:lnTo>
                    <a:pt x="14951" y="1268"/>
                  </a:lnTo>
                  <a:cubicBezTo>
                    <a:pt x="14854" y="1268"/>
                    <a:pt x="14781" y="1341"/>
                    <a:pt x="14805" y="1415"/>
                  </a:cubicBezTo>
                  <a:cubicBezTo>
                    <a:pt x="14781" y="1512"/>
                    <a:pt x="14854" y="1561"/>
                    <a:pt x="14951" y="1561"/>
                  </a:cubicBezTo>
                  <a:lnTo>
                    <a:pt x="15244" y="1561"/>
                  </a:lnTo>
                  <a:cubicBezTo>
                    <a:pt x="15342" y="1561"/>
                    <a:pt x="15390" y="1512"/>
                    <a:pt x="15390" y="1415"/>
                  </a:cubicBezTo>
                  <a:cubicBezTo>
                    <a:pt x="15390" y="1341"/>
                    <a:pt x="15342" y="1268"/>
                    <a:pt x="15244" y="1268"/>
                  </a:cubicBezTo>
                  <a:close/>
                  <a:moveTo>
                    <a:pt x="5561" y="3976"/>
                  </a:moveTo>
                  <a:cubicBezTo>
                    <a:pt x="6025" y="2854"/>
                    <a:pt x="6025" y="1610"/>
                    <a:pt x="5561" y="488"/>
                  </a:cubicBezTo>
                  <a:cubicBezTo>
                    <a:pt x="4391" y="683"/>
                    <a:pt x="3244" y="1024"/>
                    <a:pt x="2171" y="1512"/>
                  </a:cubicBezTo>
                  <a:lnTo>
                    <a:pt x="1903" y="1634"/>
                  </a:lnTo>
                  <a:cubicBezTo>
                    <a:pt x="2147" y="2000"/>
                    <a:pt x="2147" y="2463"/>
                    <a:pt x="1903" y="2854"/>
                  </a:cubicBezTo>
                  <a:lnTo>
                    <a:pt x="2171" y="2951"/>
                  </a:lnTo>
                  <a:cubicBezTo>
                    <a:pt x="3244" y="3463"/>
                    <a:pt x="4366" y="3805"/>
                    <a:pt x="5537" y="4000"/>
                  </a:cubicBezTo>
                  <a:close/>
                  <a:moveTo>
                    <a:pt x="1513" y="2683"/>
                  </a:moveTo>
                  <a:cubicBezTo>
                    <a:pt x="1732" y="2415"/>
                    <a:pt x="1732" y="2049"/>
                    <a:pt x="1537" y="1756"/>
                  </a:cubicBezTo>
                  <a:cubicBezTo>
                    <a:pt x="1342" y="1854"/>
                    <a:pt x="1147" y="1902"/>
                    <a:pt x="976" y="1976"/>
                  </a:cubicBezTo>
                  <a:cubicBezTo>
                    <a:pt x="830" y="2024"/>
                    <a:pt x="683" y="2073"/>
                    <a:pt x="561" y="2146"/>
                  </a:cubicBezTo>
                  <a:cubicBezTo>
                    <a:pt x="513" y="2195"/>
                    <a:pt x="488" y="2219"/>
                    <a:pt x="488" y="2219"/>
                  </a:cubicBezTo>
                  <a:cubicBezTo>
                    <a:pt x="488" y="2219"/>
                    <a:pt x="513" y="2244"/>
                    <a:pt x="561" y="2293"/>
                  </a:cubicBezTo>
                  <a:cubicBezTo>
                    <a:pt x="683" y="2366"/>
                    <a:pt x="830" y="2415"/>
                    <a:pt x="976" y="2463"/>
                  </a:cubicBezTo>
                  <a:cubicBezTo>
                    <a:pt x="1147" y="2537"/>
                    <a:pt x="1342" y="2585"/>
                    <a:pt x="1513" y="2658"/>
                  </a:cubicBezTo>
                  <a:close/>
                  <a:moveTo>
                    <a:pt x="40561" y="4097"/>
                  </a:moveTo>
                  <a:lnTo>
                    <a:pt x="43975" y="4097"/>
                  </a:lnTo>
                  <a:cubicBezTo>
                    <a:pt x="44414" y="4097"/>
                    <a:pt x="44804" y="3902"/>
                    <a:pt x="45073" y="3561"/>
                  </a:cubicBezTo>
                  <a:cubicBezTo>
                    <a:pt x="45707" y="2805"/>
                    <a:pt x="45707" y="1707"/>
                    <a:pt x="45073" y="927"/>
                  </a:cubicBezTo>
                  <a:cubicBezTo>
                    <a:pt x="44804" y="610"/>
                    <a:pt x="44414" y="415"/>
                    <a:pt x="43975" y="390"/>
                  </a:cubicBezTo>
                  <a:lnTo>
                    <a:pt x="40561" y="3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2">
              <a:extLst>
                <a:ext uri="{FF2B5EF4-FFF2-40B4-BE49-F238E27FC236}">
                  <a16:creationId xmlns:a16="http://schemas.microsoft.com/office/drawing/2014/main" id="{34188C15-8F2D-7125-04BF-B5DAC2B378D6}"/>
                </a:ext>
              </a:extLst>
            </p:cNvPr>
            <p:cNvSpPr/>
            <p:nvPr/>
          </p:nvSpPr>
          <p:spPr>
            <a:xfrm>
              <a:off x="4720981" y="137824"/>
              <a:ext cx="328867" cy="270807"/>
            </a:xfrm>
            <a:custGeom>
              <a:avLst/>
              <a:gdLst/>
              <a:ahLst/>
              <a:cxnLst/>
              <a:rect l="l" t="t" r="r" b="b"/>
              <a:pathLst>
                <a:path w="4147" h="3489" extrusionOk="0">
                  <a:moveTo>
                    <a:pt x="293" y="2464"/>
                  </a:moveTo>
                  <a:cubicBezTo>
                    <a:pt x="1366" y="2976"/>
                    <a:pt x="2488" y="3318"/>
                    <a:pt x="3659" y="3489"/>
                  </a:cubicBezTo>
                  <a:cubicBezTo>
                    <a:pt x="4147" y="2391"/>
                    <a:pt x="4147" y="1123"/>
                    <a:pt x="3659" y="1"/>
                  </a:cubicBezTo>
                  <a:cubicBezTo>
                    <a:pt x="2488" y="196"/>
                    <a:pt x="1342" y="537"/>
                    <a:pt x="269" y="1025"/>
                  </a:cubicBezTo>
                  <a:lnTo>
                    <a:pt x="1" y="1147"/>
                  </a:lnTo>
                  <a:cubicBezTo>
                    <a:pt x="244" y="1513"/>
                    <a:pt x="244" y="2001"/>
                    <a:pt x="1" y="236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2">
              <a:extLst>
                <a:ext uri="{FF2B5EF4-FFF2-40B4-BE49-F238E27FC236}">
                  <a16:creationId xmlns:a16="http://schemas.microsoft.com/office/drawing/2014/main" id="{E220E4D8-54F7-308C-C0C8-75085E2EEECC}"/>
                </a:ext>
              </a:extLst>
            </p:cNvPr>
            <p:cNvSpPr/>
            <p:nvPr/>
          </p:nvSpPr>
          <p:spPr>
            <a:xfrm>
              <a:off x="4722884" y="287391"/>
              <a:ext cx="307614" cy="121239"/>
            </a:xfrm>
            <a:custGeom>
              <a:avLst/>
              <a:gdLst/>
              <a:ahLst/>
              <a:cxnLst/>
              <a:rect l="l" t="t" r="r" b="b"/>
              <a:pathLst>
                <a:path w="3879" h="1562" extrusionOk="0">
                  <a:moveTo>
                    <a:pt x="269" y="537"/>
                  </a:moveTo>
                  <a:cubicBezTo>
                    <a:pt x="1342" y="1049"/>
                    <a:pt x="2464" y="1391"/>
                    <a:pt x="3635" y="1562"/>
                  </a:cubicBezTo>
                  <a:cubicBezTo>
                    <a:pt x="3733" y="1318"/>
                    <a:pt x="3830" y="1074"/>
                    <a:pt x="3879" y="805"/>
                  </a:cubicBezTo>
                  <a:cubicBezTo>
                    <a:pt x="2855" y="708"/>
                    <a:pt x="1830" y="488"/>
                    <a:pt x="830" y="171"/>
                  </a:cubicBezTo>
                  <a:cubicBezTo>
                    <a:pt x="611" y="98"/>
                    <a:pt x="367" y="49"/>
                    <a:pt x="172" y="1"/>
                  </a:cubicBezTo>
                  <a:cubicBezTo>
                    <a:pt x="123" y="147"/>
                    <a:pt x="74" y="293"/>
                    <a:pt x="1" y="415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2">
              <a:extLst>
                <a:ext uri="{FF2B5EF4-FFF2-40B4-BE49-F238E27FC236}">
                  <a16:creationId xmlns:a16="http://schemas.microsoft.com/office/drawing/2014/main" id="{42B82CF2-ECB9-1890-D7C6-FC1B98AE61EE}"/>
                </a:ext>
              </a:extLst>
            </p:cNvPr>
            <p:cNvSpPr/>
            <p:nvPr/>
          </p:nvSpPr>
          <p:spPr>
            <a:xfrm>
              <a:off x="4610750" y="238182"/>
              <a:ext cx="98732" cy="70089"/>
            </a:xfrm>
            <a:custGeom>
              <a:avLst/>
              <a:gdLst/>
              <a:ahLst/>
              <a:cxnLst/>
              <a:rect l="l" t="t" r="r" b="b"/>
              <a:pathLst>
                <a:path w="1245" h="903" extrusionOk="0">
                  <a:moveTo>
                    <a:pt x="1025" y="903"/>
                  </a:moveTo>
                  <a:cubicBezTo>
                    <a:pt x="1244" y="635"/>
                    <a:pt x="1244" y="269"/>
                    <a:pt x="1049" y="0"/>
                  </a:cubicBezTo>
                  <a:cubicBezTo>
                    <a:pt x="854" y="74"/>
                    <a:pt x="659" y="147"/>
                    <a:pt x="488" y="196"/>
                  </a:cubicBezTo>
                  <a:cubicBezTo>
                    <a:pt x="342" y="244"/>
                    <a:pt x="195" y="293"/>
                    <a:pt x="73" y="391"/>
                  </a:cubicBezTo>
                  <a:cubicBezTo>
                    <a:pt x="25" y="415"/>
                    <a:pt x="0" y="439"/>
                    <a:pt x="0" y="439"/>
                  </a:cubicBezTo>
                  <a:cubicBezTo>
                    <a:pt x="0" y="464"/>
                    <a:pt x="25" y="488"/>
                    <a:pt x="73" y="513"/>
                  </a:cubicBezTo>
                  <a:cubicBezTo>
                    <a:pt x="195" y="586"/>
                    <a:pt x="342" y="659"/>
                    <a:pt x="488" y="683"/>
                  </a:cubicBezTo>
                  <a:cubicBezTo>
                    <a:pt x="659" y="757"/>
                    <a:pt x="854" y="830"/>
                    <a:pt x="1025" y="9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2">
              <a:extLst>
                <a:ext uri="{FF2B5EF4-FFF2-40B4-BE49-F238E27FC236}">
                  <a16:creationId xmlns:a16="http://schemas.microsoft.com/office/drawing/2014/main" id="{072898B0-53DF-2720-5EB1-5B04C2C10D2D}"/>
                </a:ext>
              </a:extLst>
            </p:cNvPr>
            <p:cNvSpPr/>
            <p:nvPr/>
          </p:nvSpPr>
          <p:spPr>
            <a:xfrm>
              <a:off x="4610750" y="272256"/>
              <a:ext cx="92943" cy="36015"/>
            </a:xfrm>
            <a:custGeom>
              <a:avLst/>
              <a:gdLst/>
              <a:ahLst/>
              <a:cxnLst/>
              <a:rect l="l" t="t" r="r" b="b"/>
              <a:pathLst>
                <a:path w="1172" h="464" extrusionOk="0">
                  <a:moveTo>
                    <a:pt x="1025" y="464"/>
                  </a:moveTo>
                  <a:cubicBezTo>
                    <a:pt x="1098" y="366"/>
                    <a:pt x="1147" y="244"/>
                    <a:pt x="1171" y="147"/>
                  </a:cubicBezTo>
                  <a:cubicBezTo>
                    <a:pt x="756" y="74"/>
                    <a:pt x="366" y="25"/>
                    <a:pt x="25" y="0"/>
                  </a:cubicBezTo>
                  <a:lnTo>
                    <a:pt x="0" y="25"/>
                  </a:lnTo>
                  <a:cubicBezTo>
                    <a:pt x="0" y="25"/>
                    <a:pt x="25" y="49"/>
                    <a:pt x="73" y="98"/>
                  </a:cubicBezTo>
                  <a:cubicBezTo>
                    <a:pt x="195" y="171"/>
                    <a:pt x="342" y="220"/>
                    <a:pt x="488" y="269"/>
                  </a:cubicBezTo>
                  <a:cubicBezTo>
                    <a:pt x="659" y="318"/>
                    <a:pt x="854" y="391"/>
                    <a:pt x="1025" y="4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2">
              <a:extLst>
                <a:ext uri="{FF2B5EF4-FFF2-40B4-BE49-F238E27FC236}">
                  <a16:creationId xmlns:a16="http://schemas.microsoft.com/office/drawing/2014/main" id="{A2E65597-B286-9453-0170-241FB9E80A2E}"/>
                </a:ext>
              </a:extLst>
            </p:cNvPr>
            <p:cNvSpPr/>
            <p:nvPr/>
          </p:nvSpPr>
          <p:spPr>
            <a:xfrm>
              <a:off x="5043980" y="130295"/>
              <a:ext cx="2541566" cy="289669"/>
            </a:xfrm>
            <a:custGeom>
              <a:avLst/>
              <a:gdLst/>
              <a:ahLst/>
              <a:cxnLst/>
              <a:rect l="l" t="t" r="r" b="b"/>
              <a:pathLst>
                <a:path w="32049" h="3732" extrusionOk="0">
                  <a:moveTo>
                    <a:pt x="25" y="49"/>
                  </a:moveTo>
                  <a:cubicBezTo>
                    <a:pt x="123" y="317"/>
                    <a:pt x="220" y="610"/>
                    <a:pt x="269" y="878"/>
                  </a:cubicBezTo>
                  <a:lnTo>
                    <a:pt x="8293" y="878"/>
                  </a:lnTo>
                  <a:cubicBezTo>
                    <a:pt x="8391" y="878"/>
                    <a:pt x="8439" y="951"/>
                    <a:pt x="8439" y="1025"/>
                  </a:cubicBezTo>
                  <a:cubicBezTo>
                    <a:pt x="8439" y="1122"/>
                    <a:pt x="8391" y="1195"/>
                    <a:pt x="8293" y="1195"/>
                  </a:cubicBezTo>
                  <a:lnTo>
                    <a:pt x="318" y="1195"/>
                  </a:lnTo>
                  <a:cubicBezTo>
                    <a:pt x="366" y="1586"/>
                    <a:pt x="366" y="2000"/>
                    <a:pt x="318" y="2415"/>
                  </a:cubicBezTo>
                  <a:lnTo>
                    <a:pt x="830" y="2415"/>
                  </a:lnTo>
                  <a:cubicBezTo>
                    <a:pt x="1025" y="2415"/>
                    <a:pt x="1025" y="2708"/>
                    <a:pt x="830" y="2708"/>
                  </a:cubicBezTo>
                  <a:lnTo>
                    <a:pt x="293" y="2708"/>
                  </a:lnTo>
                  <a:cubicBezTo>
                    <a:pt x="220" y="3025"/>
                    <a:pt x="147" y="3366"/>
                    <a:pt x="1" y="3659"/>
                  </a:cubicBezTo>
                  <a:cubicBezTo>
                    <a:pt x="391" y="3707"/>
                    <a:pt x="781" y="3732"/>
                    <a:pt x="1171" y="3732"/>
                  </a:cubicBezTo>
                  <a:lnTo>
                    <a:pt x="32049" y="3732"/>
                  </a:lnTo>
                  <a:lnTo>
                    <a:pt x="32049" y="2708"/>
                  </a:lnTo>
                  <a:lnTo>
                    <a:pt x="24000" y="2708"/>
                  </a:lnTo>
                  <a:cubicBezTo>
                    <a:pt x="23805" y="2708"/>
                    <a:pt x="23805" y="2415"/>
                    <a:pt x="24000" y="2415"/>
                  </a:cubicBezTo>
                  <a:lnTo>
                    <a:pt x="32049" y="2415"/>
                  </a:lnTo>
                  <a:lnTo>
                    <a:pt x="32049" y="1195"/>
                  </a:lnTo>
                  <a:lnTo>
                    <a:pt x="31439" y="1195"/>
                  </a:lnTo>
                  <a:cubicBezTo>
                    <a:pt x="31366" y="1195"/>
                    <a:pt x="31293" y="1122"/>
                    <a:pt x="31293" y="1025"/>
                  </a:cubicBezTo>
                  <a:cubicBezTo>
                    <a:pt x="31293" y="951"/>
                    <a:pt x="31366" y="878"/>
                    <a:pt x="31439" y="878"/>
                  </a:cubicBezTo>
                  <a:lnTo>
                    <a:pt x="32049" y="878"/>
                  </a:lnTo>
                  <a:lnTo>
                    <a:pt x="32049" y="0"/>
                  </a:lnTo>
                  <a:lnTo>
                    <a:pt x="1171" y="0"/>
                  </a:lnTo>
                  <a:cubicBezTo>
                    <a:pt x="781" y="0"/>
                    <a:pt x="415" y="25"/>
                    <a:pt x="25" y="49"/>
                  </a:cubicBezTo>
                  <a:close/>
                  <a:moveTo>
                    <a:pt x="2513" y="2390"/>
                  </a:moveTo>
                  <a:lnTo>
                    <a:pt x="22366" y="2390"/>
                  </a:lnTo>
                  <a:cubicBezTo>
                    <a:pt x="22561" y="2390"/>
                    <a:pt x="22561" y="2683"/>
                    <a:pt x="22366" y="2683"/>
                  </a:cubicBezTo>
                  <a:lnTo>
                    <a:pt x="2513" y="2683"/>
                  </a:lnTo>
                  <a:cubicBezTo>
                    <a:pt x="2318" y="2683"/>
                    <a:pt x="2318" y="2390"/>
                    <a:pt x="2513" y="2390"/>
                  </a:cubicBezTo>
                  <a:close/>
                  <a:moveTo>
                    <a:pt x="23000" y="2683"/>
                  </a:moveTo>
                  <a:cubicBezTo>
                    <a:pt x="22805" y="2683"/>
                    <a:pt x="22805" y="2390"/>
                    <a:pt x="23000" y="2390"/>
                  </a:cubicBezTo>
                  <a:lnTo>
                    <a:pt x="23317" y="2390"/>
                  </a:lnTo>
                  <a:cubicBezTo>
                    <a:pt x="23512" y="2390"/>
                    <a:pt x="23512" y="2683"/>
                    <a:pt x="23317" y="2683"/>
                  </a:cubicBezTo>
                  <a:close/>
                  <a:moveTo>
                    <a:pt x="9000" y="1195"/>
                  </a:moveTo>
                  <a:cubicBezTo>
                    <a:pt x="8903" y="1195"/>
                    <a:pt x="8830" y="1122"/>
                    <a:pt x="8830" y="1049"/>
                  </a:cubicBezTo>
                  <a:cubicBezTo>
                    <a:pt x="8830" y="951"/>
                    <a:pt x="8903" y="878"/>
                    <a:pt x="9000" y="903"/>
                  </a:cubicBezTo>
                  <a:lnTo>
                    <a:pt x="9293" y="903"/>
                  </a:lnTo>
                  <a:cubicBezTo>
                    <a:pt x="9391" y="878"/>
                    <a:pt x="9439" y="951"/>
                    <a:pt x="9439" y="1049"/>
                  </a:cubicBezTo>
                  <a:cubicBezTo>
                    <a:pt x="9439" y="1122"/>
                    <a:pt x="9391" y="1195"/>
                    <a:pt x="9293" y="1195"/>
                  </a:cubicBezTo>
                  <a:close/>
                  <a:moveTo>
                    <a:pt x="9927" y="1195"/>
                  </a:moveTo>
                  <a:cubicBezTo>
                    <a:pt x="9854" y="1195"/>
                    <a:pt x="9781" y="1122"/>
                    <a:pt x="9781" y="1049"/>
                  </a:cubicBezTo>
                  <a:cubicBezTo>
                    <a:pt x="9781" y="951"/>
                    <a:pt x="9854" y="878"/>
                    <a:pt x="9927" y="903"/>
                  </a:cubicBezTo>
                  <a:lnTo>
                    <a:pt x="29780" y="903"/>
                  </a:lnTo>
                  <a:cubicBezTo>
                    <a:pt x="29878" y="878"/>
                    <a:pt x="29927" y="951"/>
                    <a:pt x="29927" y="1049"/>
                  </a:cubicBezTo>
                  <a:cubicBezTo>
                    <a:pt x="29927" y="1122"/>
                    <a:pt x="29878" y="1195"/>
                    <a:pt x="29780" y="119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2">
              <a:extLst>
                <a:ext uri="{FF2B5EF4-FFF2-40B4-BE49-F238E27FC236}">
                  <a16:creationId xmlns:a16="http://schemas.microsoft.com/office/drawing/2014/main" id="{0129CF9D-1646-70D5-46E5-54A91D7A8DC5}"/>
                </a:ext>
              </a:extLst>
            </p:cNvPr>
            <p:cNvSpPr/>
            <p:nvPr/>
          </p:nvSpPr>
          <p:spPr>
            <a:xfrm>
              <a:off x="5043980" y="353676"/>
              <a:ext cx="2541566" cy="64423"/>
            </a:xfrm>
            <a:custGeom>
              <a:avLst/>
              <a:gdLst/>
              <a:ahLst/>
              <a:cxnLst/>
              <a:rect l="l" t="t" r="r" b="b"/>
              <a:pathLst>
                <a:path w="32049" h="830" extrusionOk="0">
                  <a:moveTo>
                    <a:pt x="245" y="0"/>
                  </a:moveTo>
                  <a:cubicBezTo>
                    <a:pt x="196" y="244"/>
                    <a:pt x="123" y="512"/>
                    <a:pt x="1" y="756"/>
                  </a:cubicBezTo>
                  <a:cubicBezTo>
                    <a:pt x="391" y="805"/>
                    <a:pt x="781" y="829"/>
                    <a:pt x="1171" y="829"/>
                  </a:cubicBezTo>
                  <a:lnTo>
                    <a:pt x="32049" y="829"/>
                  </a:lnTo>
                  <a:lnTo>
                    <a:pt x="32049" y="98"/>
                  </a:lnTo>
                  <a:lnTo>
                    <a:pt x="4366" y="98"/>
                  </a:lnTo>
                  <a:cubicBezTo>
                    <a:pt x="2488" y="98"/>
                    <a:pt x="1220" y="73"/>
                    <a:pt x="245" y="0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2">
              <a:extLst>
                <a:ext uri="{FF2B5EF4-FFF2-40B4-BE49-F238E27FC236}">
                  <a16:creationId xmlns:a16="http://schemas.microsoft.com/office/drawing/2014/main" id="{81BE7CB9-9080-5C8C-8646-A794E5EC00C1}"/>
                </a:ext>
              </a:extLst>
            </p:cNvPr>
            <p:cNvSpPr/>
            <p:nvPr/>
          </p:nvSpPr>
          <p:spPr>
            <a:xfrm>
              <a:off x="7610613" y="130295"/>
              <a:ext cx="152895" cy="287806"/>
            </a:xfrm>
            <a:custGeom>
              <a:avLst/>
              <a:gdLst/>
              <a:ahLst/>
              <a:cxnLst/>
              <a:rect l="l" t="t" r="r" b="b"/>
              <a:pathLst>
                <a:path w="1928" h="3708" extrusionOk="0">
                  <a:moveTo>
                    <a:pt x="1" y="1025"/>
                  </a:moveTo>
                  <a:lnTo>
                    <a:pt x="1" y="2537"/>
                  </a:lnTo>
                  <a:lnTo>
                    <a:pt x="1" y="2537"/>
                  </a:lnTo>
                  <a:lnTo>
                    <a:pt x="1" y="2537"/>
                  </a:lnTo>
                  <a:lnTo>
                    <a:pt x="1" y="3707"/>
                  </a:lnTo>
                  <a:lnTo>
                    <a:pt x="1928" y="3707"/>
                  </a:lnTo>
                  <a:lnTo>
                    <a:pt x="1928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2">
              <a:extLst>
                <a:ext uri="{FF2B5EF4-FFF2-40B4-BE49-F238E27FC236}">
                  <a16:creationId xmlns:a16="http://schemas.microsoft.com/office/drawing/2014/main" id="{C19AAE99-0825-7D0B-58E2-741D392C9F7D}"/>
                </a:ext>
              </a:extLst>
            </p:cNvPr>
            <p:cNvSpPr/>
            <p:nvPr/>
          </p:nvSpPr>
          <p:spPr>
            <a:xfrm>
              <a:off x="7610613" y="361205"/>
              <a:ext cx="154798" cy="56894"/>
            </a:xfrm>
            <a:custGeom>
              <a:avLst/>
              <a:gdLst/>
              <a:ahLst/>
              <a:cxnLst/>
              <a:rect l="l" t="t" r="r" b="b"/>
              <a:pathLst>
                <a:path w="1952" h="733" extrusionOk="0">
                  <a:moveTo>
                    <a:pt x="1" y="1"/>
                  </a:moveTo>
                  <a:lnTo>
                    <a:pt x="1" y="732"/>
                  </a:lnTo>
                  <a:lnTo>
                    <a:pt x="1952" y="732"/>
                  </a:lnTo>
                  <a:lnTo>
                    <a:pt x="195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2">
              <a:extLst>
                <a:ext uri="{FF2B5EF4-FFF2-40B4-BE49-F238E27FC236}">
                  <a16:creationId xmlns:a16="http://schemas.microsoft.com/office/drawing/2014/main" id="{E6E96C1D-F55D-8BC2-6AEC-0AC3B5A653A8}"/>
                </a:ext>
              </a:extLst>
            </p:cNvPr>
            <p:cNvSpPr/>
            <p:nvPr/>
          </p:nvSpPr>
          <p:spPr>
            <a:xfrm>
              <a:off x="7788568" y="130295"/>
              <a:ext cx="408170" cy="287806"/>
            </a:xfrm>
            <a:custGeom>
              <a:avLst/>
              <a:gdLst/>
              <a:ahLst/>
              <a:cxnLst/>
              <a:rect l="l" t="t" r="r" b="b"/>
              <a:pathLst>
                <a:path w="5147" h="3708" extrusionOk="0">
                  <a:moveTo>
                    <a:pt x="1" y="0"/>
                  </a:moveTo>
                  <a:lnTo>
                    <a:pt x="1" y="3707"/>
                  </a:lnTo>
                  <a:lnTo>
                    <a:pt x="3415" y="3707"/>
                  </a:lnTo>
                  <a:cubicBezTo>
                    <a:pt x="3854" y="3707"/>
                    <a:pt x="4244" y="3512"/>
                    <a:pt x="4513" y="3171"/>
                  </a:cubicBezTo>
                  <a:cubicBezTo>
                    <a:pt x="5147" y="2415"/>
                    <a:pt x="5147" y="1317"/>
                    <a:pt x="4513" y="537"/>
                  </a:cubicBezTo>
                  <a:cubicBezTo>
                    <a:pt x="4244" y="220"/>
                    <a:pt x="3854" y="25"/>
                    <a:pt x="34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2">
              <a:extLst>
                <a:ext uri="{FF2B5EF4-FFF2-40B4-BE49-F238E27FC236}">
                  <a16:creationId xmlns:a16="http://schemas.microsoft.com/office/drawing/2014/main" id="{2E63842F-C014-692A-989F-FA404C38316E}"/>
                </a:ext>
              </a:extLst>
            </p:cNvPr>
            <p:cNvSpPr/>
            <p:nvPr/>
          </p:nvSpPr>
          <p:spPr>
            <a:xfrm>
              <a:off x="7788568" y="224910"/>
              <a:ext cx="396592" cy="193190"/>
            </a:xfrm>
            <a:custGeom>
              <a:avLst/>
              <a:gdLst/>
              <a:ahLst/>
              <a:cxnLst/>
              <a:rect l="l" t="t" r="r" b="b"/>
              <a:pathLst>
                <a:path w="5001" h="2489" extrusionOk="0">
                  <a:moveTo>
                    <a:pt x="1" y="1757"/>
                  </a:moveTo>
                  <a:lnTo>
                    <a:pt x="1" y="2488"/>
                  </a:lnTo>
                  <a:lnTo>
                    <a:pt x="3415" y="2488"/>
                  </a:lnTo>
                  <a:cubicBezTo>
                    <a:pt x="3854" y="2488"/>
                    <a:pt x="4244" y="2293"/>
                    <a:pt x="4513" y="1952"/>
                  </a:cubicBezTo>
                  <a:cubicBezTo>
                    <a:pt x="4830" y="1586"/>
                    <a:pt x="5001" y="1123"/>
                    <a:pt x="4976" y="635"/>
                  </a:cubicBezTo>
                  <a:cubicBezTo>
                    <a:pt x="4976" y="415"/>
                    <a:pt x="4952" y="220"/>
                    <a:pt x="4879" y="1"/>
                  </a:cubicBezTo>
                  <a:cubicBezTo>
                    <a:pt x="4805" y="1464"/>
                    <a:pt x="2171" y="1708"/>
                    <a:pt x="1" y="175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5" name="Google Shape;535;p32">
            <a:extLst>
              <a:ext uri="{FF2B5EF4-FFF2-40B4-BE49-F238E27FC236}">
                <a16:creationId xmlns:a16="http://schemas.microsoft.com/office/drawing/2014/main" id="{ACADA30B-0D82-E541-E351-8C1AE4F30A62}"/>
              </a:ext>
            </a:extLst>
          </p:cNvPr>
          <p:cNvGrpSpPr/>
          <p:nvPr/>
        </p:nvGrpSpPr>
        <p:grpSpPr>
          <a:xfrm>
            <a:off x="715100" y="274199"/>
            <a:ext cx="1920300" cy="1918875"/>
            <a:chOff x="715100" y="274199"/>
            <a:chExt cx="1920300" cy="1918875"/>
          </a:xfrm>
        </p:grpSpPr>
        <p:sp>
          <p:nvSpPr>
            <p:cNvPr id="536" name="Google Shape;536;p32">
              <a:extLst>
                <a:ext uri="{FF2B5EF4-FFF2-40B4-BE49-F238E27FC236}">
                  <a16:creationId xmlns:a16="http://schemas.microsoft.com/office/drawing/2014/main" id="{5A4D49C4-132A-3F2C-3417-ADA734DCCD4D}"/>
                </a:ext>
              </a:extLst>
            </p:cNvPr>
            <p:cNvSpPr/>
            <p:nvPr/>
          </p:nvSpPr>
          <p:spPr>
            <a:xfrm>
              <a:off x="806600" y="364274"/>
              <a:ext cx="1828800" cy="18288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7" name="Google Shape;537;p32">
              <a:extLst>
                <a:ext uri="{FF2B5EF4-FFF2-40B4-BE49-F238E27FC236}">
                  <a16:creationId xmlns:a16="http://schemas.microsoft.com/office/drawing/2014/main" id="{CD72D6DD-073D-2BDD-F3C4-647CF9B8A27F}"/>
                </a:ext>
              </a:extLst>
            </p:cNvPr>
            <p:cNvGrpSpPr/>
            <p:nvPr/>
          </p:nvGrpSpPr>
          <p:grpSpPr>
            <a:xfrm>
              <a:off x="715100" y="274199"/>
              <a:ext cx="1828800" cy="1828800"/>
              <a:chOff x="715100" y="274199"/>
              <a:chExt cx="1828800" cy="1828800"/>
            </a:xfrm>
          </p:grpSpPr>
          <p:sp>
            <p:nvSpPr>
              <p:cNvPr id="538" name="Google Shape;538;p32">
                <a:extLst>
                  <a:ext uri="{FF2B5EF4-FFF2-40B4-BE49-F238E27FC236}">
                    <a16:creationId xmlns:a16="http://schemas.microsoft.com/office/drawing/2014/main" id="{4FD3B7C6-D406-DC03-E18C-D20E5549E732}"/>
                  </a:ext>
                </a:extLst>
              </p:cNvPr>
              <p:cNvSpPr/>
              <p:nvPr/>
            </p:nvSpPr>
            <p:spPr>
              <a:xfrm>
                <a:off x="715100" y="274199"/>
                <a:ext cx="1828800" cy="18288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39" name="Google Shape;539;p32">
                <a:extLst>
                  <a:ext uri="{FF2B5EF4-FFF2-40B4-BE49-F238E27FC236}">
                    <a16:creationId xmlns:a16="http://schemas.microsoft.com/office/drawing/2014/main" id="{189BF053-527E-8DF8-F0CA-1CBC7591EF4C}"/>
                  </a:ext>
                </a:extLst>
              </p:cNvPr>
              <p:cNvCxnSpPr/>
              <p:nvPr/>
            </p:nvCxnSpPr>
            <p:spPr>
              <a:xfrm>
                <a:off x="717952" y="637800"/>
                <a:ext cx="1823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540" name="Google Shape;540;p32">
                <a:extLst>
                  <a:ext uri="{FF2B5EF4-FFF2-40B4-BE49-F238E27FC236}">
                    <a16:creationId xmlns:a16="http://schemas.microsoft.com/office/drawing/2014/main" id="{6B8D26B3-8A70-E0F0-2008-368432393BFA}"/>
                  </a:ext>
                </a:extLst>
              </p:cNvPr>
              <p:cNvGrpSpPr/>
              <p:nvPr/>
            </p:nvGrpSpPr>
            <p:grpSpPr>
              <a:xfrm>
                <a:off x="2267950" y="363963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541" name="Google Shape;541;p32">
                  <a:extLst>
                    <a:ext uri="{FF2B5EF4-FFF2-40B4-BE49-F238E27FC236}">
                      <a16:creationId xmlns:a16="http://schemas.microsoft.com/office/drawing/2014/main" id="{0A03F4A0-770E-D0F4-9318-2600E10B8AD3}"/>
                    </a:ext>
                  </a:extLst>
                </p:cNvPr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2" name="Google Shape;542;p32">
                  <a:extLst>
                    <a:ext uri="{FF2B5EF4-FFF2-40B4-BE49-F238E27FC236}">
                      <a16:creationId xmlns:a16="http://schemas.microsoft.com/office/drawing/2014/main" id="{80D46A73-F857-3E3E-9A09-ED8D1F3119F8}"/>
                    </a:ext>
                  </a:extLst>
                </p:cNvPr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543" name="Google Shape;543;p32">
                <a:extLst>
                  <a:ext uri="{FF2B5EF4-FFF2-40B4-BE49-F238E27FC236}">
                    <a16:creationId xmlns:a16="http://schemas.microsoft.com/office/drawing/2014/main" id="{A2CF3721-A6D0-BBA6-733D-ADF7B6CE993D}"/>
                  </a:ext>
                </a:extLst>
              </p:cNvPr>
              <p:cNvSpPr/>
              <p:nvPr/>
            </p:nvSpPr>
            <p:spPr>
              <a:xfrm>
                <a:off x="1951450" y="367563"/>
                <a:ext cx="179400" cy="1794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44" name="Google Shape;544;p32">
                <a:extLst>
                  <a:ext uri="{FF2B5EF4-FFF2-40B4-BE49-F238E27FC236}">
                    <a16:creationId xmlns:a16="http://schemas.microsoft.com/office/drawing/2014/main" id="{38785C97-4DBB-C6EB-3590-150BD3FBCDBC}"/>
                  </a:ext>
                </a:extLst>
              </p:cNvPr>
              <p:cNvCxnSpPr/>
              <p:nvPr/>
            </p:nvCxnSpPr>
            <p:spPr>
              <a:xfrm>
                <a:off x="1605849" y="546963"/>
                <a:ext cx="2085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545" name="Google Shape;545;p32">
            <a:extLst>
              <a:ext uri="{FF2B5EF4-FFF2-40B4-BE49-F238E27FC236}">
                <a16:creationId xmlns:a16="http://schemas.microsoft.com/office/drawing/2014/main" id="{8FABCD90-2C02-F3E4-63F3-D7A06838EA2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947550" y="679350"/>
            <a:ext cx="1503400" cy="13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546" name="Google Shape;546;p32">
            <a:extLst>
              <a:ext uri="{FF2B5EF4-FFF2-40B4-BE49-F238E27FC236}">
                <a16:creationId xmlns:a16="http://schemas.microsoft.com/office/drawing/2014/main" id="{8DBF5410-81B3-CB6E-93DC-6013F2C698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28800" y="2114550"/>
            <a:ext cx="54864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sz="4400" dirty="0"/>
              <a:t>Abstract Factory</a:t>
            </a:r>
          </a:p>
        </p:txBody>
      </p:sp>
      <p:grpSp>
        <p:nvGrpSpPr>
          <p:cNvPr id="547" name="Google Shape;547;p32">
            <a:extLst>
              <a:ext uri="{FF2B5EF4-FFF2-40B4-BE49-F238E27FC236}">
                <a16:creationId xmlns:a16="http://schemas.microsoft.com/office/drawing/2014/main" id="{5C6011A6-B976-D520-FF27-B0EC8B2FDE98}"/>
              </a:ext>
            </a:extLst>
          </p:cNvPr>
          <p:cNvGrpSpPr/>
          <p:nvPr/>
        </p:nvGrpSpPr>
        <p:grpSpPr>
          <a:xfrm>
            <a:off x="1828840" y="3406196"/>
            <a:ext cx="5577850" cy="1463100"/>
            <a:chOff x="1828840" y="3371688"/>
            <a:chExt cx="5577850" cy="1463100"/>
          </a:xfrm>
        </p:grpSpPr>
        <p:sp>
          <p:nvSpPr>
            <p:cNvPr id="548" name="Google Shape;548;p32">
              <a:extLst>
                <a:ext uri="{FF2B5EF4-FFF2-40B4-BE49-F238E27FC236}">
                  <a16:creationId xmlns:a16="http://schemas.microsoft.com/office/drawing/2014/main" id="{8FC98245-FE6D-1BB4-3CA3-FC0FF59B50AE}"/>
                </a:ext>
              </a:extLst>
            </p:cNvPr>
            <p:cNvSpPr/>
            <p:nvPr/>
          </p:nvSpPr>
          <p:spPr>
            <a:xfrm>
              <a:off x="1920290" y="3463188"/>
              <a:ext cx="5486400" cy="1371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2">
              <a:extLst>
                <a:ext uri="{FF2B5EF4-FFF2-40B4-BE49-F238E27FC236}">
                  <a16:creationId xmlns:a16="http://schemas.microsoft.com/office/drawing/2014/main" id="{DC0D5B13-5707-9C91-503A-FC3E231A429B}"/>
                </a:ext>
              </a:extLst>
            </p:cNvPr>
            <p:cNvSpPr/>
            <p:nvPr/>
          </p:nvSpPr>
          <p:spPr>
            <a:xfrm>
              <a:off x="1828840" y="3371688"/>
              <a:ext cx="5486400" cy="13716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50" name="Google Shape;550;p32">
              <a:extLst>
                <a:ext uri="{FF2B5EF4-FFF2-40B4-BE49-F238E27FC236}">
                  <a16:creationId xmlns:a16="http://schemas.microsoft.com/office/drawing/2014/main" id="{5B70C5E6-4A9A-2AB7-1A9F-C58355E176B3}"/>
                </a:ext>
              </a:extLst>
            </p:cNvPr>
            <p:cNvCxnSpPr/>
            <p:nvPr/>
          </p:nvCxnSpPr>
          <p:spPr>
            <a:xfrm>
              <a:off x="1828840" y="3554706"/>
              <a:ext cx="54849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51" name="Google Shape;551;p32">
            <a:extLst>
              <a:ext uri="{FF2B5EF4-FFF2-40B4-BE49-F238E27FC236}">
                <a16:creationId xmlns:a16="http://schemas.microsoft.com/office/drawing/2014/main" id="{19AED4EE-5923-0F00-19A3-B2FFF7C0336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315850" y="3654197"/>
            <a:ext cx="4641004" cy="11235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/>
              <a:t>O </a:t>
            </a:r>
            <a:r>
              <a:rPr lang="en-US" i="1" dirty="0" err="1"/>
              <a:t>fabrică</a:t>
            </a:r>
            <a:r>
              <a:rPr lang="en-US" i="1" dirty="0"/>
              <a:t> de </a:t>
            </a:r>
            <a:r>
              <a:rPr lang="en-US" i="1" dirty="0" err="1"/>
              <a:t>fabrici</a:t>
            </a:r>
            <a:r>
              <a:rPr lang="en-US" i="1" dirty="0"/>
              <a:t> — </a:t>
            </a:r>
            <a:r>
              <a:rPr lang="en-US" i="1" dirty="0" err="1"/>
              <a:t>creează</a:t>
            </a:r>
            <a:r>
              <a:rPr lang="en-US" i="1" dirty="0"/>
              <a:t> </a:t>
            </a:r>
            <a:r>
              <a:rPr lang="en-US" i="1" dirty="0" err="1"/>
              <a:t>grupuri</a:t>
            </a:r>
            <a:r>
              <a:rPr lang="en-US" i="1" dirty="0"/>
              <a:t> de </a:t>
            </a:r>
            <a:r>
              <a:rPr lang="en-US" i="1" dirty="0" err="1"/>
              <a:t>obiecte</a:t>
            </a:r>
            <a:r>
              <a:rPr lang="en-US" i="1" dirty="0"/>
              <a:t> care se </a:t>
            </a:r>
            <a:r>
              <a:rPr lang="en-US" i="1" dirty="0" err="1"/>
              <a:t>potrivesc</a:t>
            </a:r>
            <a:r>
              <a:rPr lang="en-US" i="1" dirty="0"/>
              <a:t> </a:t>
            </a:r>
            <a:r>
              <a:rPr lang="en-US" i="1" dirty="0" err="1"/>
              <a:t>între</a:t>
            </a:r>
            <a:r>
              <a:rPr lang="en-US" i="1" dirty="0"/>
              <a:t> </a:t>
            </a:r>
            <a:r>
              <a:rPr lang="en-US" i="1" dirty="0" err="1"/>
              <a:t>ele</a:t>
            </a:r>
            <a:r>
              <a:rPr lang="en-US" i="1" dirty="0"/>
              <a:t>.</a:t>
            </a:r>
            <a:endParaRPr i="1" dirty="0"/>
          </a:p>
        </p:txBody>
      </p:sp>
      <p:sp>
        <p:nvSpPr>
          <p:cNvPr id="555" name="Google Shape;555;p32">
            <a:extLst>
              <a:ext uri="{FF2B5EF4-FFF2-40B4-BE49-F238E27FC236}">
                <a16:creationId xmlns:a16="http://schemas.microsoft.com/office/drawing/2014/main" id="{0FED4BC4-4242-2383-480D-36CDFA9138BC}"/>
              </a:ext>
            </a:extLst>
          </p:cNvPr>
          <p:cNvSpPr/>
          <p:nvPr/>
        </p:nvSpPr>
        <p:spPr>
          <a:xfrm>
            <a:off x="3828458" y="1721467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32">
            <a:extLst>
              <a:ext uri="{FF2B5EF4-FFF2-40B4-BE49-F238E27FC236}">
                <a16:creationId xmlns:a16="http://schemas.microsoft.com/office/drawing/2014/main" id="{429DCD4A-CA14-DE2B-76A4-BD4C1C574843}"/>
              </a:ext>
            </a:extLst>
          </p:cNvPr>
          <p:cNvSpPr/>
          <p:nvPr/>
        </p:nvSpPr>
        <p:spPr>
          <a:xfrm>
            <a:off x="4292603" y="1570639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32">
            <a:extLst>
              <a:ext uri="{FF2B5EF4-FFF2-40B4-BE49-F238E27FC236}">
                <a16:creationId xmlns:a16="http://schemas.microsoft.com/office/drawing/2014/main" id="{907851B9-4ECF-3B7A-153E-470288D7CB5A}"/>
              </a:ext>
            </a:extLst>
          </p:cNvPr>
          <p:cNvSpPr/>
          <p:nvPr/>
        </p:nvSpPr>
        <p:spPr>
          <a:xfrm>
            <a:off x="3042489" y="1417325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" name="Google Shape;580;p33">
            <a:extLst>
              <a:ext uri="{FF2B5EF4-FFF2-40B4-BE49-F238E27FC236}">
                <a16:creationId xmlns:a16="http://schemas.microsoft.com/office/drawing/2014/main" id="{B1F05690-B317-1BC9-CEFE-8D076EE4551B}"/>
              </a:ext>
            </a:extLst>
          </p:cNvPr>
          <p:cNvGrpSpPr/>
          <p:nvPr/>
        </p:nvGrpSpPr>
        <p:grpSpPr>
          <a:xfrm>
            <a:off x="444750" y="3589196"/>
            <a:ext cx="502800" cy="502800"/>
            <a:chOff x="7014301" y="2017350"/>
            <a:chExt cx="502800" cy="502800"/>
          </a:xfrm>
        </p:grpSpPr>
        <p:sp>
          <p:nvSpPr>
            <p:cNvPr id="3" name="Google Shape;581;p33">
              <a:extLst>
                <a:ext uri="{FF2B5EF4-FFF2-40B4-BE49-F238E27FC236}">
                  <a16:creationId xmlns:a16="http://schemas.microsoft.com/office/drawing/2014/main" id="{E428FB6A-F8E9-5569-6D41-82D0AA975BEF}"/>
                </a:ext>
              </a:extLst>
            </p:cNvPr>
            <p:cNvSpPr/>
            <p:nvPr/>
          </p:nvSpPr>
          <p:spPr>
            <a:xfrm>
              <a:off x="7014301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582;p33">
              <a:extLst>
                <a:ext uri="{FF2B5EF4-FFF2-40B4-BE49-F238E27FC236}">
                  <a16:creationId xmlns:a16="http://schemas.microsoft.com/office/drawing/2014/main" id="{F65C04C7-1311-1E6C-C74C-06E13FAB1E32}"/>
                </a:ext>
              </a:extLst>
            </p:cNvPr>
            <p:cNvSpPr/>
            <p:nvPr/>
          </p:nvSpPr>
          <p:spPr>
            <a:xfrm>
              <a:off x="7095012" y="2108734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282481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3">
          <a:extLst>
            <a:ext uri="{FF2B5EF4-FFF2-40B4-BE49-F238E27FC236}">
              <a16:creationId xmlns:a16="http://schemas.microsoft.com/office/drawing/2014/main" id="{3BFE93DA-E091-17F3-BF2D-3C038454F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4" name="Google Shape;714;p37">
            <a:extLst>
              <a:ext uri="{FF2B5EF4-FFF2-40B4-BE49-F238E27FC236}">
                <a16:creationId xmlns:a16="http://schemas.microsoft.com/office/drawing/2014/main" id="{1C783EEB-22A9-0CA1-18C5-1FE0093CC9DA}"/>
              </a:ext>
            </a:extLst>
          </p:cNvPr>
          <p:cNvGrpSpPr/>
          <p:nvPr/>
        </p:nvGrpSpPr>
        <p:grpSpPr>
          <a:xfrm>
            <a:off x="4754850" y="3195960"/>
            <a:ext cx="3771900" cy="1412550"/>
            <a:chOff x="4754850" y="1600325"/>
            <a:chExt cx="3771900" cy="1412550"/>
          </a:xfrm>
        </p:grpSpPr>
        <p:sp>
          <p:nvSpPr>
            <p:cNvPr id="715" name="Google Shape;715;p37">
              <a:extLst>
                <a:ext uri="{FF2B5EF4-FFF2-40B4-BE49-F238E27FC236}">
                  <a16:creationId xmlns:a16="http://schemas.microsoft.com/office/drawing/2014/main" id="{3F53BBB1-AC4B-C428-482A-EDA41ED27EE1}"/>
                </a:ext>
              </a:extLst>
            </p:cNvPr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7">
              <a:extLst>
                <a:ext uri="{FF2B5EF4-FFF2-40B4-BE49-F238E27FC236}">
                  <a16:creationId xmlns:a16="http://schemas.microsoft.com/office/drawing/2014/main" id="{60C0A05D-F416-A6F7-A77C-329E2E5B67D3}"/>
                </a:ext>
              </a:extLst>
            </p:cNvPr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17" name="Google Shape;717;p37">
              <a:extLst>
                <a:ext uri="{FF2B5EF4-FFF2-40B4-BE49-F238E27FC236}">
                  <a16:creationId xmlns:a16="http://schemas.microsoft.com/office/drawing/2014/main" id="{8A0F38FD-21F8-0E82-4642-B8E13079F210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18" name="Google Shape;718;p37">
            <a:extLst>
              <a:ext uri="{FF2B5EF4-FFF2-40B4-BE49-F238E27FC236}">
                <a16:creationId xmlns:a16="http://schemas.microsoft.com/office/drawing/2014/main" id="{93BB8623-23FE-CC0B-A272-3266D32FCEB5}"/>
              </a:ext>
            </a:extLst>
          </p:cNvPr>
          <p:cNvGrpSpPr/>
          <p:nvPr/>
        </p:nvGrpSpPr>
        <p:grpSpPr>
          <a:xfrm>
            <a:off x="715100" y="3195863"/>
            <a:ext cx="3771900" cy="1412550"/>
            <a:chOff x="4754850" y="1600325"/>
            <a:chExt cx="3771900" cy="1412550"/>
          </a:xfrm>
        </p:grpSpPr>
        <p:sp>
          <p:nvSpPr>
            <p:cNvPr id="719" name="Google Shape;719;p37">
              <a:extLst>
                <a:ext uri="{FF2B5EF4-FFF2-40B4-BE49-F238E27FC236}">
                  <a16:creationId xmlns:a16="http://schemas.microsoft.com/office/drawing/2014/main" id="{A26E8391-F792-2319-0AB5-43F19A55070A}"/>
                </a:ext>
              </a:extLst>
            </p:cNvPr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37">
              <a:extLst>
                <a:ext uri="{FF2B5EF4-FFF2-40B4-BE49-F238E27FC236}">
                  <a16:creationId xmlns:a16="http://schemas.microsoft.com/office/drawing/2014/main" id="{38163B7D-AF83-2473-D8B2-C5B1A47AC39E}"/>
                </a:ext>
              </a:extLst>
            </p:cNvPr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21" name="Google Shape;721;p37">
              <a:extLst>
                <a:ext uri="{FF2B5EF4-FFF2-40B4-BE49-F238E27FC236}">
                  <a16:creationId xmlns:a16="http://schemas.microsoft.com/office/drawing/2014/main" id="{E6788B62-AD62-49C8-B088-42A742CC3636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22" name="Google Shape;722;p37">
            <a:extLst>
              <a:ext uri="{FF2B5EF4-FFF2-40B4-BE49-F238E27FC236}">
                <a16:creationId xmlns:a16="http://schemas.microsoft.com/office/drawing/2014/main" id="{47F93341-D832-489B-CF62-1ABE28FA4228}"/>
              </a:ext>
            </a:extLst>
          </p:cNvPr>
          <p:cNvGrpSpPr/>
          <p:nvPr/>
        </p:nvGrpSpPr>
        <p:grpSpPr>
          <a:xfrm>
            <a:off x="715100" y="1600313"/>
            <a:ext cx="3771900" cy="1412550"/>
            <a:chOff x="715100" y="1600313"/>
            <a:chExt cx="3771900" cy="1412550"/>
          </a:xfrm>
        </p:grpSpPr>
        <p:sp>
          <p:nvSpPr>
            <p:cNvPr id="723" name="Google Shape;723;p37">
              <a:extLst>
                <a:ext uri="{FF2B5EF4-FFF2-40B4-BE49-F238E27FC236}">
                  <a16:creationId xmlns:a16="http://schemas.microsoft.com/office/drawing/2014/main" id="{013AE619-5678-92C3-128A-3B05205986A5}"/>
                </a:ext>
              </a:extLst>
            </p:cNvPr>
            <p:cNvSpPr/>
            <p:nvPr/>
          </p:nvSpPr>
          <p:spPr>
            <a:xfrm>
              <a:off x="812900" y="1691663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7">
              <a:extLst>
                <a:ext uri="{FF2B5EF4-FFF2-40B4-BE49-F238E27FC236}">
                  <a16:creationId xmlns:a16="http://schemas.microsoft.com/office/drawing/2014/main" id="{CA2E57BF-28A5-3A24-C771-F3B29B13BBFD}"/>
                </a:ext>
              </a:extLst>
            </p:cNvPr>
            <p:cNvSpPr/>
            <p:nvPr/>
          </p:nvSpPr>
          <p:spPr>
            <a:xfrm>
              <a:off x="715100" y="1600313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25" name="Google Shape;725;p37">
              <a:extLst>
                <a:ext uri="{FF2B5EF4-FFF2-40B4-BE49-F238E27FC236}">
                  <a16:creationId xmlns:a16="http://schemas.microsoft.com/office/drawing/2014/main" id="{C93A65C5-2DF4-4B19-613E-D13860730070}"/>
                </a:ext>
              </a:extLst>
            </p:cNvPr>
            <p:cNvCxnSpPr/>
            <p:nvPr/>
          </p:nvCxnSpPr>
          <p:spPr>
            <a:xfrm>
              <a:off x="715100" y="1783313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26" name="Google Shape;726;p37">
            <a:extLst>
              <a:ext uri="{FF2B5EF4-FFF2-40B4-BE49-F238E27FC236}">
                <a16:creationId xmlns:a16="http://schemas.microsoft.com/office/drawing/2014/main" id="{91414A51-F48D-676C-B440-682E512CCB2E}"/>
              </a:ext>
            </a:extLst>
          </p:cNvPr>
          <p:cNvGrpSpPr/>
          <p:nvPr/>
        </p:nvGrpSpPr>
        <p:grpSpPr>
          <a:xfrm>
            <a:off x="4754850" y="1600313"/>
            <a:ext cx="3771900" cy="1412550"/>
            <a:chOff x="4754850" y="1600325"/>
            <a:chExt cx="3771900" cy="1412550"/>
          </a:xfrm>
        </p:grpSpPr>
        <p:sp>
          <p:nvSpPr>
            <p:cNvPr id="727" name="Google Shape;727;p37">
              <a:extLst>
                <a:ext uri="{FF2B5EF4-FFF2-40B4-BE49-F238E27FC236}">
                  <a16:creationId xmlns:a16="http://schemas.microsoft.com/office/drawing/2014/main" id="{E016483B-FEB7-7B87-AE2A-BF59F94DF999}"/>
                </a:ext>
              </a:extLst>
            </p:cNvPr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7">
              <a:extLst>
                <a:ext uri="{FF2B5EF4-FFF2-40B4-BE49-F238E27FC236}">
                  <a16:creationId xmlns:a16="http://schemas.microsoft.com/office/drawing/2014/main" id="{D378B65A-1289-4C00-6651-2B9EAF892975}"/>
                </a:ext>
              </a:extLst>
            </p:cNvPr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29" name="Google Shape;729;p37">
              <a:extLst>
                <a:ext uri="{FF2B5EF4-FFF2-40B4-BE49-F238E27FC236}">
                  <a16:creationId xmlns:a16="http://schemas.microsoft.com/office/drawing/2014/main" id="{698A0185-8814-234A-76B2-0A2A34663BE9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30" name="Google Shape;730;p37">
            <a:extLst>
              <a:ext uri="{FF2B5EF4-FFF2-40B4-BE49-F238E27FC236}">
                <a16:creationId xmlns:a16="http://schemas.microsoft.com/office/drawing/2014/main" id="{80A28ACA-F763-66DC-A0F5-3A5DEDC4DF7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5953806" y="3557421"/>
            <a:ext cx="237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Poți</a:t>
            </a:r>
            <a:r>
              <a:rPr lang="en-US" dirty="0"/>
              <a:t> </a:t>
            </a:r>
            <a:r>
              <a:rPr lang="en-US" dirty="0" err="1"/>
              <a:t>schimba</a:t>
            </a:r>
            <a:r>
              <a:rPr lang="en-US" dirty="0"/>
              <a:t> familia de </a:t>
            </a:r>
            <a:r>
              <a:rPr lang="en-US" dirty="0" err="1"/>
              <a:t>produse</a:t>
            </a:r>
            <a:r>
              <a:rPr lang="en-US" dirty="0"/>
              <a:t> </a:t>
            </a:r>
            <a:r>
              <a:rPr lang="en-US" dirty="0" err="1"/>
              <a:t>fără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modifici</a:t>
            </a:r>
            <a:r>
              <a:rPr lang="en-US" dirty="0"/>
              <a:t> </a:t>
            </a:r>
            <a:r>
              <a:rPr lang="en-US" dirty="0" err="1"/>
              <a:t>logica</a:t>
            </a:r>
            <a:r>
              <a:rPr lang="en-US" dirty="0"/>
              <a:t> </a:t>
            </a:r>
            <a:r>
              <a:rPr lang="en-US" dirty="0" err="1"/>
              <a:t>aplicației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731" name="Google Shape;731;p37">
            <a:extLst>
              <a:ext uri="{FF2B5EF4-FFF2-40B4-BE49-F238E27FC236}">
                <a16:creationId xmlns:a16="http://schemas.microsoft.com/office/drawing/2014/main" id="{3D8B3688-41FE-8CC6-FA42-19AFF180C097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914006" y="1972128"/>
            <a:ext cx="2411924" cy="710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Oferă</a:t>
            </a:r>
            <a:r>
              <a:rPr lang="en-US" dirty="0"/>
              <a:t> o </a:t>
            </a:r>
            <a:r>
              <a:rPr lang="en-US" dirty="0" err="1"/>
              <a:t>interfață</a:t>
            </a:r>
            <a:r>
              <a:rPr lang="en-US" dirty="0"/>
              <a:t> </a:t>
            </a:r>
            <a:r>
              <a:rPr lang="en-US" dirty="0" err="1"/>
              <a:t>comună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crea</a:t>
            </a:r>
            <a:r>
              <a:rPr lang="en-US" dirty="0"/>
              <a:t> </a:t>
            </a:r>
            <a:r>
              <a:rPr lang="en-US" dirty="0" err="1"/>
              <a:t>familii</a:t>
            </a:r>
            <a:r>
              <a:rPr lang="en-US" dirty="0"/>
              <a:t> de </a:t>
            </a:r>
            <a:r>
              <a:rPr lang="en-US" dirty="0" err="1"/>
              <a:t>obiecte</a:t>
            </a:r>
            <a:r>
              <a:rPr lang="en-US" dirty="0"/>
              <a:t> </a:t>
            </a:r>
            <a:r>
              <a:rPr lang="en-US" dirty="0" err="1"/>
              <a:t>înrudite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732" name="Google Shape;732;p37">
            <a:extLst>
              <a:ext uri="{FF2B5EF4-FFF2-40B4-BE49-F238E27FC236}">
                <a16:creationId xmlns:a16="http://schemas.microsoft.com/office/drawing/2014/main" id="{D7A94229-ECFA-6EF4-4E08-3672F8213BCB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1914006" y="3470214"/>
            <a:ext cx="237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Fiecare fabrică concretă produce o familie completă de obiecte compatibile.</a:t>
            </a:r>
            <a:endParaRPr dirty="0"/>
          </a:p>
        </p:txBody>
      </p:sp>
      <p:sp>
        <p:nvSpPr>
          <p:cNvPr id="733" name="Google Shape;733;p37">
            <a:extLst>
              <a:ext uri="{FF2B5EF4-FFF2-40B4-BE49-F238E27FC236}">
                <a16:creationId xmlns:a16="http://schemas.microsoft.com/office/drawing/2014/main" id="{011D073C-811C-2E13-7B0F-B4D2A19644DA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5953806" y="2007516"/>
            <a:ext cx="237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Codul</a:t>
            </a:r>
            <a:r>
              <a:rPr lang="en-US" dirty="0"/>
              <a:t> client nu </a:t>
            </a:r>
            <a:r>
              <a:rPr lang="en-US" dirty="0" err="1"/>
              <a:t>cunoaște</a:t>
            </a:r>
            <a:r>
              <a:rPr lang="en-US" dirty="0"/>
              <a:t> </a:t>
            </a:r>
            <a:r>
              <a:rPr lang="en-US" dirty="0" err="1"/>
              <a:t>clasele</a:t>
            </a:r>
            <a:r>
              <a:rPr lang="en-US" dirty="0"/>
              <a:t> concrete.</a:t>
            </a:r>
            <a:endParaRPr dirty="0"/>
          </a:p>
        </p:txBody>
      </p:sp>
      <p:sp>
        <p:nvSpPr>
          <p:cNvPr id="734" name="Google Shape;734;p37">
            <a:extLst>
              <a:ext uri="{FF2B5EF4-FFF2-40B4-BE49-F238E27FC236}">
                <a16:creationId xmlns:a16="http://schemas.microsoft.com/office/drawing/2014/main" id="{A9DCB295-5C07-6D1B-07E1-2B027B0D21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100" y="731400"/>
            <a:ext cx="77139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Ce face?</a:t>
            </a:r>
          </a:p>
        </p:txBody>
      </p:sp>
      <p:grpSp>
        <p:nvGrpSpPr>
          <p:cNvPr id="739" name="Google Shape;739;p37">
            <a:extLst>
              <a:ext uri="{FF2B5EF4-FFF2-40B4-BE49-F238E27FC236}">
                <a16:creationId xmlns:a16="http://schemas.microsoft.com/office/drawing/2014/main" id="{7184EBDE-2994-2EE6-6A5A-013A3C39B140}"/>
              </a:ext>
            </a:extLst>
          </p:cNvPr>
          <p:cNvGrpSpPr/>
          <p:nvPr/>
        </p:nvGrpSpPr>
        <p:grpSpPr>
          <a:xfrm>
            <a:off x="5085306" y="2100976"/>
            <a:ext cx="502899" cy="502899"/>
            <a:chOff x="858700" y="1967475"/>
            <a:chExt cx="605100" cy="605100"/>
          </a:xfrm>
        </p:grpSpPr>
        <p:sp>
          <p:nvSpPr>
            <p:cNvPr id="740" name="Google Shape;740;p37">
              <a:extLst>
                <a:ext uri="{FF2B5EF4-FFF2-40B4-BE49-F238E27FC236}">
                  <a16:creationId xmlns:a16="http://schemas.microsoft.com/office/drawing/2014/main" id="{5B9B4069-7881-DC9E-CB96-F877C59AC257}"/>
                </a:ext>
              </a:extLst>
            </p:cNvPr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37">
              <a:extLst>
                <a:ext uri="{FF2B5EF4-FFF2-40B4-BE49-F238E27FC236}">
                  <a16:creationId xmlns:a16="http://schemas.microsoft.com/office/drawing/2014/main" id="{77D18CE1-1620-02BC-E71A-DF266DE340CC}"/>
                </a:ext>
              </a:extLst>
            </p:cNvPr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2" name="Google Shape;742;p37">
            <a:extLst>
              <a:ext uri="{FF2B5EF4-FFF2-40B4-BE49-F238E27FC236}">
                <a16:creationId xmlns:a16="http://schemas.microsoft.com/office/drawing/2014/main" id="{F06E27F0-7DFC-24B2-3E0C-AC15FB3A94B1}"/>
              </a:ext>
            </a:extLst>
          </p:cNvPr>
          <p:cNvGrpSpPr/>
          <p:nvPr/>
        </p:nvGrpSpPr>
        <p:grpSpPr>
          <a:xfrm>
            <a:off x="5085356" y="3694821"/>
            <a:ext cx="502800" cy="502800"/>
            <a:chOff x="7014301" y="2017350"/>
            <a:chExt cx="502800" cy="502800"/>
          </a:xfrm>
        </p:grpSpPr>
        <p:sp>
          <p:nvSpPr>
            <p:cNvPr id="743" name="Google Shape;743;p37">
              <a:extLst>
                <a:ext uri="{FF2B5EF4-FFF2-40B4-BE49-F238E27FC236}">
                  <a16:creationId xmlns:a16="http://schemas.microsoft.com/office/drawing/2014/main" id="{728F0475-5829-E41B-B2DB-562AA9D1841C}"/>
                </a:ext>
              </a:extLst>
            </p:cNvPr>
            <p:cNvSpPr/>
            <p:nvPr/>
          </p:nvSpPr>
          <p:spPr>
            <a:xfrm>
              <a:off x="7014301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37">
              <a:extLst>
                <a:ext uri="{FF2B5EF4-FFF2-40B4-BE49-F238E27FC236}">
                  <a16:creationId xmlns:a16="http://schemas.microsoft.com/office/drawing/2014/main" id="{55649C1C-FC21-7167-EFCD-A52875ACAF6A}"/>
                </a:ext>
              </a:extLst>
            </p:cNvPr>
            <p:cNvSpPr/>
            <p:nvPr/>
          </p:nvSpPr>
          <p:spPr>
            <a:xfrm>
              <a:off x="7095012" y="2108734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5" name="Google Shape;745;p37">
            <a:extLst>
              <a:ext uri="{FF2B5EF4-FFF2-40B4-BE49-F238E27FC236}">
                <a16:creationId xmlns:a16="http://schemas.microsoft.com/office/drawing/2014/main" id="{35A16180-C9BC-C60D-D1E9-34F9167F14C9}"/>
              </a:ext>
            </a:extLst>
          </p:cNvPr>
          <p:cNvGrpSpPr/>
          <p:nvPr/>
        </p:nvGrpSpPr>
        <p:grpSpPr>
          <a:xfrm>
            <a:off x="1045556" y="3694821"/>
            <a:ext cx="502800" cy="502800"/>
            <a:chOff x="1627550" y="2017350"/>
            <a:chExt cx="502800" cy="502800"/>
          </a:xfrm>
        </p:grpSpPr>
        <p:sp>
          <p:nvSpPr>
            <p:cNvPr id="746" name="Google Shape;746;p37">
              <a:extLst>
                <a:ext uri="{FF2B5EF4-FFF2-40B4-BE49-F238E27FC236}">
                  <a16:creationId xmlns:a16="http://schemas.microsoft.com/office/drawing/2014/main" id="{7BB359ED-26FC-457C-631F-143700BEF7D0}"/>
                </a:ext>
              </a:extLst>
            </p:cNvPr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37">
              <a:extLst>
                <a:ext uri="{FF2B5EF4-FFF2-40B4-BE49-F238E27FC236}">
                  <a16:creationId xmlns:a16="http://schemas.microsoft.com/office/drawing/2014/main" id="{9C35A690-294F-17F2-24B8-7519B639B8D2}"/>
                </a:ext>
              </a:extLst>
            </p:cNvPr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name="adj" fmla="val 25000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8" name="Google Shape;748;p37">
            <a:extLst>
              <a:ext uri="{FF2B5EF4-FFF2-40B4-BE49-F238E27FC236}">
                <a16:creationId xmlns:a16="http://schemas.microsoft.com/office/drawing/2014/main" id="{7E36D29A-2ECC-E17B-56C4-0BDD0BBD7C06}"/>
              </a:ext>
            </a:extLst>
          </p:cNvPr>
          <p:cNvGrpSpPr/>
          <p:nvPr/>
        </p:nvGrpSpPr>
        <p:grpSpPr>
          <a:xfrm>
            <a:off x="1046025" y="2101025"/>
            <a:ext cx="502800" cy="502800"/>
            <a:chOff x="463701" y="2307675"/>
            <a:chExt cx="502800" cy="502800"/>
          </a:xfrm>
        </p:grpSpPr>
        <p:sp>
          <p:nvSpPr>
            <p:cNvPr id="749" name="Google Shape;749;p37">
              <a:extLst>
                <a:ext uri="{FF2B5EF4-FFF2-40B4-BE49-F238E27FC236}">
                  <a16:creationId xmlns:a16="http://schemas.microsoft.com/office/drawing/2014/main" id="{AF98F653-6D2F-68D4-7E36-AF7477F15CC5}"/>
                </a:ext>
              </a:extLst>
            </p:cNvPr>
            <p:cNvSpPr/>
            <p:nvPr/>
          </p:nvSpPr>
          <p:spPr>
            <a:xfrm>
              <a:off x="463701" y="2307675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37">
              <a:extLst>
                <a:ext uri="{FF2B5EF4-FFF2-40B4-BE49-F238E27FC236}">
                  <a16:creationId xmlns:a16="http://schemas.microsoft.com/office/drawing/2014/main" id="{EB815999-FAE8-C9AF-EC30-8201C6D1E4EA}"/>
                </a:ext>
              </a:extLst>
            </p:cNvPr>
            <p:cNvSpPr/>
            <p:nvPr/>
          </p:nvSpPr>
          <p:spPr>
            <a:xfrm>
              <a:off x="545925" y="2446300"/>
              <a:ext cx="338328" cy="225549"/>
            </a:xfrm>
            <a:custGeom>
              <a:avLst/>
              <a:gdLst/>
              <a:ahLst/>
              <a:cxnLst/>
              <a:rect l="l" t="t" r="r" b="b"/>
              <a:pathLst>
                <a:path w="8708" h="5806" extrusionOk="0">
                  <a:moveTo>
                    <a:pt x="757" y="1"/>
                  </a:moveTo>
                  <a:cubicBezTo>
                    <a:pt x="342" y="1"/>
                    <a:pt x="1" y="342"/>
                    <a:pt x="1" y="757"/>
                  </a:cubicBezTo>
                  <a:lnTo>
                    <a:pt x="1" y="5049"/>
                  </a:lnTo>
                  <a:cubicBezTo>
                    <a:pt x="1" y="5464"/>
                    <a:pt x="342" y="5806"/>
                    <a:pt x="757" y="5806"/>
                  </a:cubicBezTo>
                  <a:lnTo>
                    <a:pt x="7952" y="5806"/>
                  </a:lnTo>
                  <a:cubicBezTo>
                    <a:pt x="8366" y="5806"/>
                    <a:pt x="8708" y="5464"/>
                    <a:pt x="8708" y="5049"/>
                  </a:cubicBezTo>
                  <a:lnTo>
                    <a:pt x="8708" y="757"/>
                  </a:lnTo>
                  <a:cubicBezTo>
                    <a:pt x="8708" y="342"/>
                    <a:pt x="8366" y="1"/>
                    <a:pt x="7952" y="1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37">
              <a:extLst>
                <a:ext uri="{FF2B5EF4-FFF2-40B4-BE49-F238E27FC236}">
                  <a16:creationId xmlns:a16="http://schemas.microsoft.com/office/drawing/2014/main" id="{6540ECAA-3FE7-8654-B464-90F380AA1BF2}"/>
                </a:ext>
              </a:extLst>
            </p:cNvPr>
            <p:cNvSpPr/>
            <p:nvPr/>
          </p:nvSpPr>
          <p:spPr>
            <a:xfrm>
              <a:off x="555887" y="2446307"/>
              <a:ext cx="318435" cy="106170"/>
            </a:xfrm>
            <a:custGeom>
              <a:avLst/>
              <a:gdLst/>
              <a:ahLst/>
              <a:cxnLst/>
              <a:rect l="l" t="t" r="r" b="b"/>
              <a:pathLst>
                <a:path w="8196" h="2733" extrusionOk="0">
                  <a:moveTo>
                    <a:pt x="1" y="1"/>
                  </a:moveTo>
                  <a:lnTo>
                    <a:pt x="3659" y="2586"/>
                  </a:lnTo>
                  <a:cubicBezTo>
                    <a:pt x="3794" y="2684"/>
                    <a:pt x="3946" y="2733"/>
                    <a:pt x="4098" y="2733"/>
                  </a:cubicBezTo>
                  <a:cubicBezTo>
                    <a:pt x="4251" y="2733"/>
                    <a:pt x="4403" y="2684"/>
                    <a:pt x="4537" y="2586"/>
                  </a:cubicBezTo>
                  <a:lnTo>
                    <a:pt x="8196" y="1"/>
                  </a:ln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2" name="Google Shape;752;p37">
            <a:extLst>
              <a:ext uri="{FF2B5EF4-FFF2-40B4-BE49-F238E27FC236}">
                <a16:creationId xmlns:a16="http://schemas.microsoft.com/office/drawing/2014/main" id="{55603237-46AD-C02A-0FC0-A5F644431BAD}"/>
              </a:ext>
            </a:extLst>
          </p:cNvPr>
          <p:cNvSpPr/>
          <p:nvPr/>
        </p:nvSpPr>
        <p:spPr>
          <a:xfrm>
            <a:off x="947500" y="1090313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37">
            <a:extLst>
              <a:ext uri="{FF2B5EF4-FFF2-40B4-BE49-F238E27FC236}">
                <a16:creationId xmlns:a16="http://schemas.microsoft.com/office/drawing/2014/main" id="{D71E9B8C-7241-9FAD-350E-4BCD9EAF3615}"/>
              </a:ext>
            </a:extLst>
          </p:cNvPr>
          <p:cNvSpPr/>
          <p:nvPr/>
        </p:nvSpPr>
        <p:spPr>
          <a:xfrm>
            <a:off x="715160" y="941661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37">
            <a:extLst>
              <a:ext uri="{FF2B5EF4-FFF2-40B4-BE49-F238E27FC236}">
                <a16:creationId xmlns:a16="http://schemas.microsoft.com/office/drawing/2014/main" id="{F067909F-F629-4479-3A03-6C760CE4D4CC}"/>
              </a:ext>
            </a:extLst>
          </p:cNvPr>
          <p:cNvSpPr/>
          <p:nvPr/>
        </p:nvSpPr>
        <p:spPr>
          <a:xfrm>
            <a:off x="7971748" y="1042351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3470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>
          <a:extLst>
            <a:ext uri="{FF2B5EF4-FFF2-40B4-BE49-F238E27FC236}">
              <a16:creationId xmlns:a16="http://schemas.microsoft.com/office/drawing/2014/main" id="{8866C9B6-7D3C-7F1D-7DAD-FC088A743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34">
            <a:extLst>
              <a:ext uri="{FF2B5EF4-FFF2-40B4-BE49-F238E27FC236}">
                <a16:creationId xmlns:a16="http://schemas.microsoft.com/office/drawing/2014/main" id="{CDE0F816-9427-AA1B-32FD-22E50B96F079}"/>
              </a:ext>
            </a:extLst>
          </p:cNvPr>
          <p:cNvSpPr txBox="1"/>
          <p:nvPr/>
        </p:nvSpPr>
        <p:spPr>
          <a:xfrm flipH="1">
            <a:off x="715075" y="1600325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ubik Black"/>
              <a:ea typeface="Rubik Black"/>
              <a:cs typeface="Rubik Black"/>
              <a:sym typeface="Rubik Black"/>
            </a:endParaRPr>
          </a:p>
        </p:txBody>
      </p:sp>
      <p:sp>
        <p:nvSpPr>
          <p:cNvPr id="608" name="Google Shape;608;p34">
            <a:extLst>
              <a:ext uri="{FF2B5EF4-FFF2-40B4-BE49-F238E27FC236}">
                <a16:creationId xmlns:a16="http://schemas.microsoft.com/office/drawing/2014/main" id="{AFA5B9A2-E294-CECD-7F81-1DF00B9D93DC}"/>
              </a:ext>
            </a:extLst>
          </p:cNvPr>
          <p:cNvSpPr txBox="1"/>
          <p:nvPr/>
        </p:nvSpPr>
        <p:spPr>
          <a:xfrm flipH="1">
            <a:off x="715075" y="2023049"/>
            <a:ext cx="22860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grpSp>
        <p:nvGrpSpPr>
          <p:cNvPr id="624" name="Google Shape;624;p34">
            <a:extLst>
              <a:ext uri="{FF2B5EF4-FFF2-40B4-BE49-F238E27FC236}">
                <a16:creationId xmlns:a16="http://schemas.microsoft.com/office/drawing/2014/main" id="{B0877AAC-8634-C583-EF82-6EF8E516F894}"/>
              </a:ext>
            </a:extLst>
          </p:cNvPr>
          <p:cNvGrpSpPr/>
          <p:nvPr/>
        </p:nvGrpSpPr>
        <p:grpSpPr>
          <a:xfrm>
            <a:off x="716262" y="4020798"/>
            <a:ext cx="682628" cy="313230"/>
            <a:chOff x="7746275" y="1413898"/>
            <a:chExt cx="682628" cy="313230"/>
          </a:xfrm>
        </p:grpSpPr>
        <p:sp>
          <p:nvSpPr>
            <p:cNvPr id="625" name="Google Shape;625;p34">
              <a:extLst>
                <a:ext uri="{FF2B5EF4-FFF2-40B4-BE49-F238E27FC236}">
                  <a16:creationId xmlns:a16="http://schemas.microsoft.com/office/drawing/2014/main" id="{D61E3362-EE58-81C7-CB77-01FD15A2B846}"/>
                </a:ext>
              </a:extLst>
            </p:cNvPr>
            <p:cNvSpPr/>
            <p:nvPr/>
          </p:nvSpPr>
          <p:spPr>
            <a:xfrm>
              <a:off x="7746275" y="1562537"/>
              <a:ext cx="457208" cy="164590"/>
            </a:xfrm>
            <a:custGeom>
              <a:avLst/>
              <a:gdLst/>
              <a:ahLst/>
              <a:cxnLst/>
              <a:rect l="l" t="t" r="r" b="b"/>
              <a:pathLst>
                <a:path w="7903" h="3025" extrusionOk="0">
                  <a:moveTo>
                    <a:pt x="2025" y="2829"/>
                  </a:moveTo>
                  <a:cubicBezTo>
                    <a:pt x="1829" y="3024"/>
                    <a:pt x="1537" y="2732"/>
                    <a:pt x="1732" y="2537"/>
                  </a:cubicBezTo>
                  <a:lnTo>
                    <a:pt x="2756" y="1537"/>
                  </a:lnTo>
                  <a:lnTo>
                    <a:pt x="1732" y="512"/>
                  </a:lnTo>
                  <a:cubicBezTo>
                    <a:pt x="1537" y="317"/>
                    <a:pt x="1829" y="49"/>
                    <a:pt x="2025" y="220"/>
                  </a:cubicBezTo>
                  <a:lnTo>
                    <a:pt x="3171" y="1390"/>
                  </a:lnTo>
                  <a:cubicBezTo>
                    <a:pt x="3244" y="1463"/>
                    <a:pt x="3244" y="1585"/>
                    <a:pt x="3171" y="1683"/>
                  </a:cubicBezTo>
                  <a:close/>
                  <a:moveTo>
                    <a:pt x="195" y="512"/>
                  </a:moveTo>
                  <a:lnTo>
                    <a:pt x="1195" y="1512"/>
                  </a:lnTo>
                  <a:lnTo>
                    <a:pt x="195" y="2537"/>
                  </a:lnTo>
                  <a:cubicBezTo>
                    <a:pt x="0" y="2732"/>
                    <a:pt x="269" y="3000"/>
                    <a:pt x="464" y="2805"/>
                  </a:cubicBezTo>
                  <a:lnTo>
                    <a:pt x="1610" y="1659"/>
                  </a:lnTo>
                  <a:cubicBezTo>
                    <a:pt x="1708" y="1585"/>
                    <a:pt x="1708" y="1463"/>
                    <a:pt x="1610" y="1366"/>
                  </a:cubicBezTo>
                  <a:lnTo>
                    <a:pt x="464" y="220"/>
                  </a:lnTo>
                  <a:cubicBezTo>
                    <a:pt x="269" y="25"/>
                    <a:pt x="0" y="317"/>
                    <a:pt x="195" y="512"/>
                  </a:cubicBezTo>
                  <a:close/>
                  <a:moveTo>
                    <a:pt x="6659" y="2829"/>
                  </a:moveTo>
                  <a:cubicBezTo>
                    <a:pt x="6464" y="3024"/>
                    <a:pt x="6195" y="2732"/>
                    <a:pt x="6366" y="2537"/>
                  </a:cubicBezTo>
                  <a:lnTo>
                    <a:pt x="7390" y="1537"/>
                  </a:lnTo>
                  <a:lnTo>
                    <a:pt x="6366" y="512"/>
                  </a:lnTo>
                  <a:cubicBezTo>
                    <a:pt x="6195" y="317"/>
                    <a:pt x="6464" y="49"/>
                    <a:pt x="6659" y="220"/>
                  </a:cubicBezTo>
                  <a:lnTo>
                    <a:pt x="7805" y="1390"/>
                  </a:lnTo>
                  <a:cubicBezTo>
                    <a:pt x="7903" y="1463"/>
                    <a:pt x="7903" y="1585"/>
                    <a:pt x="7805" y="1683"/>
                  </a:cubicBezTo>
                  <a:close/>
                  <a:moveTo>
                    <a:pt x="5122" y="2829"/>
                  </a:moveTo>
                  <a:lnTo>
                    <a:pt x="6268" y="1683"/>
                  </a:lnTo>
                  <a:cubicBezTo>
                    <a:pt x="6342" y="1585"/>
                    <a:pt x="6342" y="1463"/>
                    <a:pt x="6268" y="1390"/>
                  </a:cubicBezTo>
                  <a:lnTo>
                    <a:pt x="5122" y="220"/>
                  </a:lnTo>
                  <a:cubicBezTo>
                    <a:pt x="4927" y="73"/>
                    <a:pt x="4659" y="317"/>
                    <a:pt x="4829" y="512"/>
                  </a:cubicBezTo>
                  <a:lnTo>
                    <a:pt x="5854" y="1537"/>
                  </a:lnTo>
                  <a:lnTo>
                    <a:pt x="4829" y="2537"/>
                  </a:lnTo>
                  <a:cubicBezTo>
                    <a:pt x="4634" y="2732"/>
                    <a:pt x="4927" y="3024"/>
                    <a:pt x="5122" y="2829"/>
                  </a:cubicBezTo>
                  <a:close/>
                  <a:moveTo>
                    <a:pt x="3561" y="2829"/>
                  </a:moveTo>
                  <a:lnTo>
                    <a:pt x="4707" y="1683"/>
                  </a:lnTo>
                  <a:cubicBezTo>
                    <a:pt x="4805" y="1585"/>
                    <a:pt x="4805" y="1463"/>
                    <a:pt x="4707" y="1390"/>
                  </a:cubicBezTo>
                  <a:lnTo>
                    <a:pt x="3561" y="220"/>
                  </a:lnTo>
                  <a:cubicBezTo>
                    <a:pt x="3366" y="0"/>
                    <a:pt x="3049" y="317"/>
                    <a:pt x="3268" y="512"/>
                  </a:cubicBezTo>
                  <a:lnTo>
                    <a:pt x="4293" y="1537"/>
                  </a:lnTo>
                  <a:lnTo>
                    <a:pt x="3268" y="2537"/>
                  </a:lnTo>
                  <a:cubicBezTo>
                    <a:pt x="3098" y="2732"/>
                    <a:pt x="3366" y="3024"/>
                    <a:pt x="3561" y="28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4">
              <a:extLst>
                <a:ext uri="{FF2B5EF4-FFF2-40B4-BE49-F238E27FC236}">
                  <a16:creationId xmlns:a16="http://schemas.microsoft.com/office/drawing/2014/main" id="{6F4256B9-69EC-FFFB-3320-BA8A109436C3}"/>
                </a:ext>
              </a:extLst>
            </p:cNvPr>
            <p:cNvSpPr/>
            <p:nvPr/>
          </p:nvSpPr>
          <p:spPr>
            <a:xfrm>
              <a:off x="7971707" y="1413898"/>
              <a:ext cx="457196" cy="57149"/>
            </a:xfrm>
            <a:custGeom>
              <a:avLst/>
              <a:gdLst/>
              <a:ahLst/>
              <a:cxnLst/>
              <a:rect l="l" t="t" r="r" b="b"/>
              <a:pathLst>
                <a:path w="11732" h="1391" extrusionOk="0">
                  <a:moveTo>
                    <a:pt x="11488" y="854"/>
                  </a:moveTo>
                  <a:cubicBezTo>
                    <a:pt x="11708" y="878"/>
                    <a:pt x="11732" y="1220"/>
                    <a:pt x="11488" y="1244"/>
                  </a:cubicBezTo>
                  <a:cubicBezTo>
                    <a:pt x="11220" y="1244"/>
                    <a:pt x="10952" y="1098"/>
                    <a:pt x="10805" y="854"/>
                  </a:cubicBezTo>
                  <a:cubicBezTo>
                    <a:pt x="10683" y="708"/>
                    <a:pt x="10561" y="537"/>
                    <a:pt x="10366" y="537"/>
                  </a:cubicBezTo>
                  <a:cubicBezTo>
                    <a:pt x="10171" y="537"/>
                    <a:pt x="10049" y="683"/>
                    <a:pt x="9927" y="854"/>
                  </a:cubicBezTo>
                  <a:cubicBezTo>
                    <a:pt x="9781" y="1098"/>
                    <a:pt x="9513" y="1244"/>
                    <a:pt x="9244" y="1244"/>
                  </a:cubicBezTo>
                  <a:cubicBezTo>
                    <a:pt x="8952" y="1244"/>
                    <a:pt x="8708" y="1098"/>
                    <a:pt x="8561" y="854"/>
                  </a:cubicBezTo>
                  <a:cubicBezTo>
                    <a:pt x="8439" y="708"/>
                    <a:pt x="8293" y="537"/>
                    <a:pt x="8122" y="537"/>
                  </a:cubicBezTo>
                  <a:cubicBezTo>
                    <a:pt x="7927" y="537"/>
                    <a:pt x="7805" y="683"/>
                    <a:pt x="7683" y="854"/>
                  </a:cubicBezTo>
                  <a:cubicBezTo>
                    <a:pt x="7537" y="1098"/>
                    <a:pt x="7269" y="1244"/>
                    <a:pt x="6976" y="1244"/>
                  </a:cubicBezTo>
                  <a:cubicBezTo>
                    <a:pt x="6708" y="1244"/>
                    <a:pt x="6439" y="1098"/>
                    <a:pt x="6293" y="854"/>
                  </a:cubicBezTo>
                  <a:cubicBezTo>
                    <a:pt x="6171" y="708"/>
                    <a:pt x="6049" y="537"/>
                    <a:pt x="5854" y="537"/>
                  </a:cubicBezTo>
                  <a:cubicBezTo>
                    <a:pt x="5683" y="537"/>
                    <a:pt x="5561" y="683"/>
                    <a:pt x="5415" y="854"/>
                  </a:cubicBezTo>
                  <a:cubicBezTo>
                    <a:pt x="5122" y="1391"/>
                    <a:pt x="4342" y="1391"/>
                    <a:pt x="4049" y="854"/>
                  </a:cubicBezTo>
                  <a:cubicBezTo>
                    <a:pt x="3927" y="708"/>
                    <a:pt x="3805" y="537"/>
                    <a:pt x="3610" y="537"/>
                  </a:cubicBezTo>
                  <a:cubicBezTo>
                    <a:pt x="3415" y="537"/>
                    <a:pt x="3318" y="683"/>
                    <a:pt x="3171" y="854"/>
                  </a:cubicBezTo>
                  <a:cubicBezTo>
                    <a:pt x="2879" y="1391"/>
                    <a:pt x="2098" y="1391"/>
                    <a:pt x="1805" y="854"/>
                  </a:cubicBezTo>
                  <a:cubicBezTo>
                    <a:pt x="1683" y="708"/>
                    <a:pt x="1561" y="537"/>
                    <a:pt x="1366" y="537"/>
                  </a:cubicBezTo>
                  <a:cubicBezTo>
                    <a:pt x="1171" y="537"/>
                    <a:pt x="1074" y="683"/>
                    <a:pt x="927" y="854"/>
                  </a:cubicBezTo>
                  <a:cubicBezTo>
                    <a:pt x="781" y="1098"/>
                    <a:pt x="513" y="1244"/>
                    <a:pt x="244" y="1244"/>
                  </a:cubicBezTo>
                  <a:cubicBezTo>
                    <a:pt x="1" y="1220"/>
                    <a:pt x="1" y="878"/>
                    <a:pt x="244" y="854"/>
                  </a:cubicBezTo>
                  <a:cubicBezTo>
                    <a:pt x="391" y="854"/>
                    <a:pt x="513" y="732"/>
                    <a:pt x="635" y="586"/>
                  </a:cubicBezTo>
                  <a:cubicBezTo>
                    <a:pt x="781" y="317"/>
                    <a:pt x="1074" y="171"/>
                    <a:pt x="1366" y="147"/>
                  </a:cubicBezTo>
                  <a:cubicBezTo>
                    <a:pt x="1659" y="171"/>
                    <a:pt x="1952" y="317"/>
                    <a:pt x="2098" y="586"/>
                  </a:cubicBezTo>
                  <a:cubicBezTo>
                    <a:pt x="2220" y="732"/>
                    <a:pt x="2342" y="854"/>
                    <a:pt x="2488" y="854"/>
                  </a:cubicBezTo>
                  <a:lnTo>
                    <a:pt x="2488" y="854"/>
                  </a:lnTo>
                  <a:cubicBezTo>
                    <a:pt x="2635" y="854"/>
                    <a:pt x="2757" y="732"/>
                    <a:pt x="2879" y="586"/>
                  </a:cubicBezTo>
                  <a:cubicBezTo>
                    <a:pt x="3196" y="0"/>
                    <a:pt x="4025" y="0"/>
                    <a:pt x="4342" y="586"/>
                  </a:cubicBezTo>
                  <a:cubicBezTo>
                    <a:pt x="4464" y="732"/>
                    <a:pt x="4586" y="854"/>
                    <a:pt x="4732" y="854"/>
                  </a:cubicBezTo>
                  <a:lnTo>
                    <a:pt x="4781" y="854"/>
                  </a:lnTo>
                  <a:cubicBezTo>
                    <a:pt x="4927" y="854"/>
                    <a:pt x="5025" y="732"/>
                    <a:pt x="5147" y="586"/>
                  </a:cubicBezTo>
                  <a:cubicBezTo>
                    <a:pt x="5318" y="317"/>
                    <a:pt x="5586" y="171"/>
                    <a:pt x="5878" y="147"/>
                  </a:cubicBezTo>
                  <a:cubicBezTo>
                    <a:pt x="6196" y="171"/>
                    <a:pt x="6464" y="317"/>
                    <a:pt x="6635" y="586"/>
                  </a:cubicBezTo>
                  <a:cubicBezTo>
                    <a:pt x="6757" y="732"/>
                    <a:pt x="6854" y="854"/>
                    <a:pt x="7000" y="854"/>
                  </a:cubicBezTo>
                  <a:lnTo>
                    <a:pt x="7025" y="854"/>
                  </a:lnTo>
                  <a:cubicBezTo>
                    <a:pt x="7171" y="854"/>
                    <a:pt x="7293" y="732"/>
                    <a:pt x="7391" y="586"/>
                  </a:cubicBezTo>
                  <a:cubicBezTo>
                    <a:pt x="7708" y="0"/>
                    <a:pt x="8561" y="0"/>
                    <a:pt x="8878" y="586"/>
                  </a:cubicBezTo>
                  <a:cubicBezTo>
                    <a:pt x="9000" y="732"/>
                    <a:pt x="9098" y="854"/>
                    <a:pt x="9244" y="854"/>
                  </a:cubicBezTo>
                  <a:lnTo>
                    <a:pt x="9269" y="854"/>
                  </a:lnTo>
                  <a:cubicBezTo>
                    <a:pt x="9415" y="854"/>
                    <a:pt x="9537" y="732"/>
                    <a:pt x="9659" y="586"/>
                  </a:cubicBezTo>
                  <a:cubicBezTo>
                    <a:pt x="9805" y="317"/>
                    <a:pt x="10074" y="171"/>
                    <a:pt x="10391" y="147"/>
                  </a:cubicBezTo>
                  <a:cubicBezTo>
                    <a:pt x="10683" y="171"/>
                    <a:pt x="10976" y="317"/>
                    <a:pt x="11122" y="586"/>
                  </a:cubicBezTo>
                  <a:cubicBezTo>
                    <a:pt x="11244" y="732"/>
                    <a:pt x="11342" y="854"/>
                    <a:pt x="11488" y="8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8" name="Google Shape;628;p34">
            <a:extLst>
              <a:ext uri="{FF2B5EF4-FFF2-40B4-BE49-F238E27FC236}">
                <a16:creationId xmlns:a16="http://schemas.microsoft.com/office/drawing/2014/main" id="{DCB779BD-DEDB-567A-2585-9D74EF159AFD}"/>
              </a:ext>
            </a:extLst>
          </p:cNvPr>
          <p:cNvSpPr/>
          <p:nvPr/>
        </p:nvSpPr>
        <p:spPr>
          <a:xfrm>
            <a:off x="715075" y="1044613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9" name="Google Shape;629;p34">
            <a:extLst>
              <a:ext uri="{FF2B5EF4-FFF2-40B4-BE49-F238E27FC236}">
                <a16:creationId xmlns:a16="http://schemas.microsoft.com/office/drawing/2014/main" id="{1D1D5481-B90D-6017-1E93-1FDD12257FA7}"/>
              </a:ext>
            </a:extLst>
          </p:cNvPr>
          <p:cNvGrpSpPr/>
          <p:nvPr/>
        </p:nvGrpSpPr>
        <p:grpSpPr>
          <a:xfrm>
            <a:off x="7266943" y="1417337"/>
            <a:ext cx="1827475" cy="1051350"/>
            <a:chOff x="136938" y="3645137"/>
            <a:chExt cx="1827475" cy="1051350"/>
          </a:xfrm>
        </p:grpSpPr>
        <p:grpSp>
          <p:nvGrpSpPr>
            <p:cNvPr id="630" name="Google Shape;630;p34">
              <a:extLst>
                <a:ext uri="{FF2B5EF4-FFF2-40B4-BE49-F238E27FC236}">
                  <a16:creationId xmlns:a16="http://schemas.microsoft.com/office/drawing/2014/main" id="{25FA39D0-2D4E-4CFD-2C2C-3B8C8853D5E9}"/>
                </a:ext>
              </a:extLst>
            </p:cNvPr>
            <p:cNvGrpSpPr/>
            <p:nvPr/>
          </p:nvGrpSpPr>
          <p:grpSpPr>
            <a:xfrm>
              <a:off x="136938" y="3645137"/>
              <a:ext cx="1827475" cy="1051350"/>
              <a:chOff x="274188" y="1278048"/>
              <a:chExt cx="1827475" cy="1051350"/>
            </a:xfrm>
          </p:grpSpPr>
          <p:sp>
            <p:nvSpPr>
              <p:cNvPr id="631" name="Google Shape;631;p34">
                <a:extLst>
                  <a:ext uri="{FF2B5EF4-FFF2-40B4-BE49-F238E27FC236}">
                    <a16:creationId xmlns:a16="http://schemas.microsoft.com/office/drawing/2014/main" id="{0E2D111F-0D86-1664-C3D0-A2875D20A67D}"/>
                  </a:ext>
                </a:extLst>
              </p:cNvPr>
              <p:cNvSpPr/>
              <p:nvPr/>
            </p:nvSpPr>
            <p:spPr>
              <a:xfrm>
                <a:off x="364363" y="1369398"/>
                <a:ext cx="1737300" cy="960000"/>
              </a:xfrm>
              <a:prstGeom prst="roundRect">
                <a:avLst>
                  <a:gd name="adj" fmla="val 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32" name="Google Shape;632;p34">
                <a:extLst>
                  <a:ext uri="{FF2B5EF4-FFF2-40B4-BE49-F238E27FC236}">
                    <a16:creationId xmlns:a16="http://schemas.microsoft.com/office/drawing/2014/main" id="{34F6796C-F7E1-AA15-9597-5196403F8DDD}"/>
                  </a:ext>
                </a:extLst>
              </p:cNvPr>
              <p:cNvGrpSpPr/>
              <p:nvPr/>
            </p:nvGrpSpPr>
            <p:grpSpPr>
              <a:xfrm>
                <a:off x="274188" y="1278048"/>
                <a:ext cx="1737300" cy="960000"/>
                <a:chOff x="7146475" y="2190661"/>
                <a:chExt cx="1737300" cy="960000"/>
              </a:xfrm>
            </p:grpSpPr>
            <p:sp>
              <p:nvSpPr>
                <p:cNvPr id="633" name="Google Shape;633;p34">
                  <a:extLst>
                    <a:ext uri="{FF2B5EF4-FFF2-40B4-BE49-F238E27FC236}">
                      <a16:creationId xmlns:a16="http://schemas.microsoft.com/office/drawing/2014/main" id="{FAF6AA39-5D50-FF15-623E-A85C0D6CE8D0}"/>
                    </a:ext>
                  </a:extLst>
                </p:cNvPr>
                <p:cNvSpPr/>
                <p:nvPr/>
              </p:nvSpPr>
              <p:spPr>
                <a:xfrm>
                  <a:off x="7146475" y="2190661"/>
                  <a:ext cx="1737300" cy="9600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634" name="Google Shape;634;p34">
                  <a:extLst>
                    <a:ext uri="{FF2B5EF4-FFF2-40B4-BE49-F238E27FC236}">
                      <a16:creationId xmlns:a16="http://schemas.microsoft.com/office/drawing/2014/main" id="{5F1FB611-A56C-A7DC-F887-AA0242F8FEED}"/>
                    </a:ext>
                  </a:extLst>
                </p:cNvPr>
                <p:cNvCxnSpPr/>
                <p:nvPr/>
              </p:nvCxnSpPr>
              <p:spPr>
                <a:xfrm>
                  <a:off x="7151600" y="2373361"/>
                  <a:ext cx="17247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635" name="Google Shape;635;p34">
              <a:extLst>
                <a:ext uri="{FF2B5EF4-FFF2-40B4-BE49-F238E27FC236}">
                  <a16:creationId xmlns:a16="http://schemas.microsoft.com/office/drawing/2014/main" id="{9678DE25-68F9-0C91-4BEE-63414E7451CE}"/>
                </a:ext>
              </a:extLst>
            </p:cNvPr>
            <p:cNvGrpSpPr/>
            <p:nvPr/>
          </p:nvGrpSpPr>
          <p:grpSpPr>
            <a:xfrm>
              <a:off x="312866" y="4003096"/>
              <a:ext cx="1339306" cy="443405"/>
              <a:chOff x="312866" y="4003096"/>
              <a:chExt cx="1339306" cy="443405"/>
            </a:xfrm>
          </p:grpSpPr>
          <p:sp>
            <p:nvSpPr>
              <p:cNvPr id="636" name="Google Shape;636;p34">
                <a:extLst>
                  <a:ext uri="{FF2B5EF4-FFF2-40B4-BE49-F238E27FC236}">
                    <a16:creationId xmlns:a16="http://schemas.microsoft.com/office/drawing/2014/main" id="{A3EB84F9-5970-C099-CE12-46BE0D5498BD}"/>
                  </a:ext>
                </a:extLst>
              </p:cNvPr>
              <p:cNvSpPr/>
              <p:nvPr/>
            </p:nvSpPr>
            <p:spPr>
              <a:xfrm>
                <a:off x="877401" y="4018335"/>
                <a:ext cx="770549" cy="67223"/>
              </a:xfrm>
              <a:custGeom>
                <a:avLst/>
                <a:gdLst/>
                <a:ahLst/>
                <a:cxnLst/>
                <a:rect l="l" t="t" r="r" b="b"/>
                <a:pathLst>
                  <a:path w="17343" h="1513" extrusionOk="0">
                    <a:moveTo>
                      <a:pt x="1001" y="0"/>
                    </a:moveTo>
                    <a:cubicBezTo>
                      <a:pt x="1" y="0"/>
                      <a:pt x="1" y="1512"/>
                      <a:pt x="1001" y="1512"/>
                    </a:cubicBezTo>
                    <a:lnTo>
                      <a:pt x="16318" y="1512"/>
                    </a:lnTo>
                    <a:cubicBezTo>
                      <a:pt x="17342" y="1512"/>
                      <a:pt x="17342" y="0"/>
                      <a:pt x="163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Google Shape;637;p34">
                <a:extLst>
                  <a:ext uri="{FF2B5EF4-FFF2-40B4-BE49-F238E27FC236}">
                    <a16:creationId xmlns:a16="http://schemas.microsoft.com/office/drawing/2014/main" id="{59E8BF41-9D6A-5192-6650-12D18E05307F}"/>
                  </a:ext>
                </a:extLst>
              </p:cNvPr>
              <p:cNvSpPr/>
              <p:nvPr/>
            </p:nvSpPr>
            <p:spPr>
              <a:xfrm>
                <a:off x="873136" y="4156728"/>
                <a:ext cx="779036" cy="274489"/>
              </a:xfrm>
              <a:custGeom>
                <a:avLst/>
                <a:gdLst/>
                <a:ahLst/>
                <a:cxnLst/>
                <a:rect l="l" t="t" r="r" b="b"/>
                <a:pathLst>
                  <a:path w="17534" h="6178" extrusionOk="0">
                    <a:moveTo>
                      <a:pt x="9469" y="0"/>
                    </a:moveTo>
                    <a:cubicBezTo>
                      <a:pt x="9292" y="0"/>
                      <a:pt x="9116" y="62"/>
                      <a:pt x="8975" y="178"/>
                    </a:cubicBezTo>
                    <a:lnTo>
                      <a:pt x="4024" y="4470"/>
                    </a:lnTo>
                    <a:lnTo>
                      <a:pt x="1512" y="2885"/>
                    </a:lnTo>
                    <a:cubicBezTo>
                      <a:pt x="1365" y="2788"/>
                      <a:pt x="1219" y="2747"/>
                      <a:pt x="1083" y="2747"/>
                    </a:cubicBezTo>
                    <a:cubicBezTo>
                      <a:pt x="430" y="2747"/>
                      <a:pt x="0" y="3709"/>
                      <a:pt x="707" y="4153"/>
                    </a:cubicBezTo>
                    <a:lnTo>
                      <a:pt x="3682" y="6056"/>
                    </a:lnTo>
                    <a:cubicBezTo>
                      <a:pt x="3804" y="6129"/>
                      <a:pt x="3951" y="6178"/>
                      <a:pt x="4097" y="6178"/>
                    </a:cubicBezTo>
                    <a:cubicBezTo>
                      <a:pt x="4268" y="6178"/>
                      <a:pt x="4438" y="6129"/>
                      <a:pt x="4585" y="6007"/>
                    </a:cubicBezTo>
                    <a:lnTo>
                      <a:pt x="9511" y="1739"/>
                    </a:lnTo>
                    <a:lnTo>
                      <a:pt x="12731" y="4202"/>
                    </a:lnTo>
                    <a:cubicBezTo>
                      <a:pt x="12866" y="4307"/>
                      <a:pt x="13038" y="4357"/>
                      <a:pt x="13207" y="4357"/>
                    </a:cubicBezTo>
                    <a:cubicBezTo>
                      <a:pt x="13313" y="4357"/>
                      <a:pt x="13417" y="4337"/>
                      <a:pt x="13511" y="4300"/>
                    </a:cubicBezTo>
                    <a:lnTo>
                      <a:pt x="16731" y="2812"/>
                    </a:lnTo>
                    <a:cubicBezTo>
                      <a:pt x="17534" y="2432"/>
                      <a:pt x="17165" y="1337"/>
                      <a:pt x="16449" y="1337"/>
                    </a:cubicBezTo>
                    <a:cubicBezTo>
                      <a:pt x="16339" y="1337"/>
                      <a:pt x="16220" y="1363"/>
                      <a:pt x="16097" y="1422"/>
                    </a:cubicBezTo>
                    <a:lnTo>
                      <a:pt x="13292" y="2714"/>
                    </a:lnTo>
                    <a:lnTo>
                      <a:pt x="9926" y="153"/>
                    </a:lnTo>
                    <a:cubicBezTo>
                      <a:pt x="9788" y="50"/>
                      <a:pt x="9628" y="0"/>
                      <a:pt x="946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Google Shape;638;p34">
                <a:extLst>
                  <a:ext uri="{FF2B5EF4-FFF2-40B4-BE49-F238E27FC236}">
                    <a16:creationId xmlns:a16="http://schemas.microsoft.com/office/drawing/2014/main" id="{C26B9BF0-51B8-F757-8F30-F12A283B82FD}"/>
                  </a:ext>
                </a:extLst>
              </p:cNvPr>
              <p:cNvSpPr/>
              <p:nvPr/>
            </p:nvSpPr>
            <p:spPr>
              <a:xfrm>
                <a:off x="350807" y="4003096"/>
                <a:ext cx="211354" cy="187583"/>
              </a:xfrm>
              <a:custGeom>
                <a:avLst/>
                <a:gdLst/>
                <a:ahLst/>
                <a:cxnLst/>
                <a:rect l="l" t="t" r="r" b="b"/>
                <a:pathLst>
                  <a:path w="4757" h="4222" extrusionOk="0">
                    <a:moveTo>
                      <a:pt x="4648" y="1"/>
                    </a:moveTo>
                    <a:cubicBezTo>
                      <a:pt x="2522" y="1"/>
                      <a:pt x="648" y="1402"/>
                      <a:pt x="1" y="3441"/>
                    </a:cubicBezTo>
                    <a:lnTo>
                      <a:pt x="2391" y="4221"/>
                    </a:lnTo>
                    <a:cubicBezTo>
                      <a:pt x="2708" y="3197"/>
                      <a:pt x="3683" y="2490"/>
                      <a:pt x="4757" y="2490"/>
                    </a:cubicBezTo>
                    <a:lnTo>
                      <a:pt x="4757" y="2"/>
                    </a:lnTo>
                    <a:cubicBezTo>
                      <a:pt x="4720" y="1"/>
                      <a:pt x="4684" y="1"/>
                      <a:pt x="464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Google Shape;639;p34">
                <a:extLst>
                  <a:ext uri="{FF2B5EF4-FFF2-40B4-BE49-F238E27FC236}">
                    <a16:creationId xmlns:a16="http://schemas.microsoft.com/office/drawing/2014/main" id="{1C5F846B-C64F-0EA4-32E1-F25C1D65738B}"/>
                  </a:ext>
                </a:extLst>
              </p:cNvPr>
              <p:cNvSpPr/>
              <p:nvPr/>
            </p:nvSpPr>
            <p:spPr>
              <a:xfrm>
                <a:off x="312866" y="4155928"/>
                <a:ext cx="460606" cy="290572"/>
              </a:xfrm>
              <a:custGeom>
                <a:avLst/>
                <a:gdLst/>
                <a:ahLst/>
                <a:cxnLst/>
                <a:rect l="l" t="t" r="r" b="b"/>
                <a:pathLst>
                  <a:path w="10367" h="6540" extrusionOk="0">
                    <a:moveTo>
                      <a:pt x="855" y="1"/>
                    </a:moveTo>
                    <a:lnTo>
                      <a:pt x="855" y="1"/>
                    </a:lnTo>
                    <a:cubicBezTo>
                      <a:pt x="1" y="2635"/>
                      <a:pt x="1440" y="5440"/>
                      <a:pt x="4074" y="6293"/>
                    </a:cubicBezTo>
                    <a:cubicBezTo>
                      <a:pt x="4584" y="6460"/>
                      <a:pt x="5103" y="6539"/>
                      <a:pt x="5614" y="6539"/>
                    </a:cubicBezTo>
                    <a:cubicBezTo>
                      <a:pt x="7715" y="6539"/>
                      <a:pt x="9680" y="5198"/>
                      <a:pt x="10367" y="3098"/>
                    </a:cubicBezTo>
                    <a:lnTo>
                      <a:pt x="7976" y="2318"/>
                    </a:lnTo>
                    <a:cubicBezTo>
                      <a:pt x="7642" y="3380"/>
                      <a:pt x="6657" y="4046"/>
                      <a:pt x="5597" y="4046"/>
                    </a:cubicBezTo>
                    <a:cubicBezTo>
                      <a:pt x="5343" y="4046"/>
                      <a:pt x="5085" y="4008"/>
                      <a:pt x="4830" y="3927"/>
                    </a:cubicBezTo>
                    <a:cubicBezTo>
                      <a:pt x="3513" y="3488"/>
                      <a:pt x="2806" y="2098"/>
                      <a:pt x="3245" y="781"/>
                    </a:cubicBezTo>
                    <a:lnTo>
                      <a:pt x="85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Google Shape;640;p34">
                <a:extLst>
                  <a:ext uri="{FF2B5EF4-FFF2-40B4-BE49-F238E27FC236}">
                    <a16:creationId xmlns:a16="http://schemas.microsoft.com/office/drawing/2014/main" id="{FF747F81-5B07-7B19-41BB-7DEF2FA830FE}"/>
                  </a:ext>
                </a:extLst>
              </p:cNvPr>
              <p:cNvSpPr/>
              <p:nvPr/>
            </p:nvSpPr>
            <p:spPr>
              <a:xfrm>
                <a:off x="562102" y="4003140"/>
                <a:ext cx="222194" cy="290483"/>
              </a:xfrm>
              <a:custGeom>
                <a:avLst/>
                <a:gdLst/>
                <a:ahLst/>
                <a:cxnLst/>
                <a:rect l="l" t="t" r="r" b="b"/>
                <a:pathLst>
                  <a:path w="5001" h="6538" extrusionOk="0">
                    <a:moveTo>
                      <a:pt x="45" y="1"/>
                    </a:moveTo>
                    <a:cubicBezTo>
                      <a:pt x="30" y="1"/>
                      <a:pt x="15" y="1"/>
                      <a:pt x="1" y="1"/>
                    </a:cubicBezTo>
                    <a:lnTo>
                      <a:pt x="1" y="2489"/>
                    </a:lnTo>
                    <a:cubicBezTo>
                      <a:pt x="1683" y="2489"/>
                      <a:pt x="2903" y="4147"/>
                      <a:pt x="2366" y="5757"/>
                    </a:cubicBezTo>
                    <a:lnTo>
                      <a:pt x="4757" y="6537"/>
                    </a:lnTo>
                    <a:cubicBezTo>
                      <a:pt x="4927" y="6025"/>
                      <a:pt x="5000" y="5513"/>
                      <a:pt x="5000" y="5001"/>
                    </a:cubicBezTo>
                    <a:cubicBezTo>
                      <a:pt x="5000" y="2235"/>
                      <a:pt x="2781" y="1"/>
                      <a:pt x="4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5" name="Picture 4" descr="A diagram of a product&#10;&#10;AI-generated content may be incorrect.">
            <a:extLst>
              <a:ext uri="{FF2B5EF4-FFF2-40B4-BE49-F238E27FC236}">
                <a16:creationId xmlns:a16="http://schemas.microsoft.com/office/drawing/2014/main" id="{5BD4F937-6A10-3566-715D-CDC7CD907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699" y="828616"/>
            <a:ext cx="6218130" cy="3486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009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1">
          <a:extLst>
            <a:ext uri="{FF2B5EF4-FFF2-40B4-BE49-F238E27FC236}">
              <a16:creationId xmlns:a16="http://schemas.microsoft.com/office/drawing/2014/main" id="{00177310-8F72-5581-E98D-D0DFE3A9D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4" name="Google Shape;1014;p46">
            <a:extLst>
              <a:ext uri="{FF2B5EF4-FFF2-40B4-BE49-F238E27FC236}">
                <a16:creationId xmlns:a16="http://schemas.microsoft.com/office/drawing/2014/main" id="{ED251A1F-D528-D441-29BA-26736E4180E6}"/>
              </a:ext>
            </a:extLst>
          </p:cNvPr>
          <p:cNvGrpSpPr/>
          <p:nvPr/>
        </p:nvGrpSpPr>
        <p:grpSpPr>
          <a:xfrm>
            <a:off x="2044170" y="1423972"/>
            <a:ext cx="5055659" cy="2295555"/>
            <a:chOff x="4754850" y="887475"/>
            <a:chExt cx="3763400" cy="3725700"/>
          </a:xfrm>
        </p:grpSpPr>
        <p:sp>
          <p:nvSpPr>
            <p:cNvPr id="1015" name="Google Shape;1015;p46">
              <a:extLst>
                <a:ext uri="{FF2B5EF4-FFF2-40B4-BE49-F238E27FC236}">
                  <a16:creationId xmlns:a16="http://schemas.microsoft.com/office/drawing/2014/main" id="{B90DB0D9-BC01-9FC2-B2DC-10F947932DE3}"/>
                </a:ext>
              </a:extLst>
            </p:cNvPr>
            <p:cNvSpPr/>
            <p:nvPr/>
          </p:nvSpPr>
          <p:spPr>
            <a:xfrm>
              <a:off x="4844450" y="978975"/>
              <a:ext cx="3673800" cy="3634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16" name="Google Shape;1016;p46">
              <a:extLst>
                <a:ext uri="{FF2B5EF4-FFF2-40B4-BE49-F238E27FC236}">
                  <a16:creationId xmlns:a16="http://schemas.microsoft.com/office/drawing/2014/main" id="{342704E2-07C0-F30B-CB65-9115D9A29B24}"/>
                </a:ext>
              </a:extLst>
            </p:cNvPr>
            <p:cNvGrpSpPr/>
            <p:nvPr/>
          </p:nvGrpSpPr>
          <p:grpSpPr>
            <a:xfrm>
              <a:off x="4754850" y="887475"/>
              <a:ext cx="3674404" cy="3616200"/>
              <a:chOff x="4754850" y="887475"/>
              <a:chExt cx="3674404" cy="3616200"/>
            </a:xfrm>
          </p:grpSpPr>
          <p:sp>
            <p:nvSpPr>
              <p:cNvPr id="1017" name="Google Shape;1017;p46">
                <a:extLst>
                  <a:ext uri="{FF2B5EF4-FFF2-40B4-BE49-F238E27FC236}">
                    <a16:creationId xmlns:a16="http://schemas.microsoft.com/office/drawing/2014/main" id="{EA6A6760-75EF-7680-8F78-3D2AE5621F5B}"/>
                  </a:ext>
                </a:extLst>
              </p:cNvPr>
              <p:cNvSpPr/>
              <p:nvPr/>
            </p:nvSpPr>
            <p:spPr>
              <a:xfrm>
                <a:off x="4754850" y="887475"/>
                <a:ext cx="3673733" cy="36162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018" name="Google Shape;1018;p46">
                <a:extLst>
                  <a:ext uri="{FF2B5EF4-FFF2-40B4-BE49-F238E27FC236}">
                    <a16:creationId xmlns:a16="http://schemas.microsoft.com/office/drawing/2014/main" id="{81166DDB-8960-AF79-1980-037C2E157269}"/>
                  </a:ext>
                </a:extLst>
              </p:cNvPr>
              <p:cNvCxnSpPr/>
              <p:nvPr/>
            </p:nvCxnSpPr>
            <p:spPr>
              <a:xfrm>
                <a:off x="4755154" y="1253333"/>
                <a:ext cx="367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1019" name="Google Shape;1019;p46">
                <a:extLst>
                  <a:ext uri="{FF2B5EF4-FFF2-40B4-BE49-F238E27FC236}">
                    <a16:creationId xmlns:a16="http://schemas.microsoft.com/office/drawing/2014/main" id="{E2B6C905-39A6-7836-4676-CED95BAE3613}"/>
                  </a:ext>
                </a:extLst>
              </p:cNvPr>
              <p:cNvGrpSpPr/>
              <p:nvPr/>
            </p:nvGrpSpPr>
            <p:grpSpPr>
              <a:xfrm>
                <a:off x="7492324" y="978977"/>
                <a:ext cx="845101" cy="183000"/>
                <a:chOff x="1605849" y="363963"/>
                <a:chExt cx="845101" cy="183000"/>
              </a:xfrm>
            </p:grpSpPr>
            <p:sp>
              <p:nvSpPr>
                <p:cNvPr id="1020" name="Google Shape;1020;p46">
                  <a:extLst>
                    <a:ext uri="{FF2B5EF4-FFF2-40B4-BE49-F238E27FC236}">
                      <a16:creationId xmlns:a16="http://schemas.microsoft.com/office/drawing/2014/main" id="{C67EFB0E-465B-F190-9D84-1A8F110F70A8}"/>
                    </a:ext>
                  </a:extLst>
                </p:cNvPr>
                <p:cNvSpPr/>
                <p:nvPr/>
              </p:nvSpPr>
              <p:spPr>
                <a:xfrm>
                  <a:off x="1951450" y="367563"/>
                  <a:ext cx="179400" cy="179400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021" name="Google Shape;1021;p46">
                  <a:extLst>
                    <a:ext uri="{FF2B5EF4-FFF2-40B4-BE49-F238E27FC236}">
                      <a16:creationId xmlns:a16="http://schemas.microsoft.com/office/drawing/2014/main" id="{AED51CFC-8AFE-CF20-D5DC-F966535EDACC}"/>
                    </a:ext>
                  </a:extLst>
                </p:cNvPr>
                <p:cNvGrpSpPr/>
                <p:nvPr/>
              </p:nvGrpSpPr>
              <p:grpSpPr>
                <a:xfrm>
                  <a:off x="2267950" y="363963"/>
                  <a:ext cx="183000" cy="183000"/>
                  <a:chOff x="8225400" y="367488"/>
                  <a:chExt cx="183000" cy="183000"/>
                </a:xfrm>
              </p:grpSpPr>
              <p:cxnSp>
                <p:nvCxnSpPr>
                  <p:cNvPr id="1022" name="Google Shape;1022;p46">
                    <a:extLst>
                      <a:ext uri="{FF2B5EF4-FFF2-40B4-BE49-F238E27FC236}">
                        <a16:creationId xmlns:a16="http://schemas.microsoft.com/office/drawing/2014/main" id="{726E3239-6D70-4066-A321-9D3E33590E76}"/>
                      </a:ext>
                    </a:extLst>
                  </p:cNvPr>
                  <p:cNvCxnSpPr/>
                  <p:nvPr/>
                </p:nvCxnSpPr>
                <p:spPr>
                  <a:xfrm>
                    <a:off x="8225400" y="367488"/>
                    <a:ext cx="183000" cy="1830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023" name="Google Shape;1023;p46">
                    <a:extLst>
                      <a:ext uri="{FF2B5EF4-FFF2-40B4-BE49-F238E27FC236}">
                        <a16:creationId xmlns:a16="http://schemas.microsoft.com/office/drawing/2014/main" id="{E09D33D9-DB2B-0514-1D22-1B40C5F419C8}"/>
                      </a:ext>
                    </a:extLst>
                  </p:cNvPr>
                  <p:cNvCxnSpPr/>
                  <p:nvPr/>
                </p:nvCxnSpPr>
                <p:spPr>
                  <a:xfrm rot="5400000">
                    <a:off x="8225400" y="367488"/>
                    <a:ext cx="183000" cy="1830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cxnSp>
              <p:nvCxnSpPr>
                <p:cNvPr id="1024" name="Google Shape;1024;p46">
                  <a:extLst>
                    <a:ext uri="{FF2B5EF4-FFF2-40B4-BE49-F238E27FC236}">
                      <a16:creationId xmlns:a16="http://schemas.microsoft.com/office/drawing/2014/main" id="{ED3D4779-8321-F8F8-B17F-5202B3523150}"/>
                    </a:ext>
                  </a:extLst>
                </p:cNvPr>
                <p:cNvCxnSpPr/>
                <p:nvPr/>
              </p:nvCxnSpPr>
              <p:spPr>
                <a:xfrm>
                  <a:off x="1605849" y="546963"/>
                  <a:ext cx="2085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1026" name="Google Shape;1026;p46">
            <a:extLst>
              <a:ext uri="{FF2B5EF4-FFF2-40B4-BE49-F238E27FC236}">
                <a16:creationId xmlns:a16="http://schemas.microsoft.com/office/drawing/2014/main" id="{6837BBB7-FE03-A751-0F9F-8BD9864B8F88}"/>
              </a:ext>
            </a:extLst>
          </p:cNvPr>
          <p:cNvSpPr/>
          <p:nvPr/>
        </p:nvSpPr>
        <p:spPr>
          <a:xfrm>
            <a:off x="1500283" y="4312580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7" name="Google Shape;1027;p46">
            <a:extLst>
              <a:ext uri="{FF2B5EF4-FFF2-40B4-BE49-F238E27FC236}">
                <a16:creationId xmlns:a16="http://schemas.microsoft.com/office/drawing/2014/main" id="{A9230944-C9E4-E822-5CF5-F4602A872A9D}"/>
              </a:ext>
            </a:extLst>
          </p:cNvPr>
          <p:cNvSpPr/>
          <p:nvPr/>
        </p:nvSpPr>
        <p:spPr>
          <a:xfrm>
            <a:off x="1964428" y="4161752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8" name="Google Shape;1028;p46">
            <a:extLst>
              <a:ext uri="{FF2B5EF4-FFF2-40B4-BE49-F238E27FC236}">
                <a16:creationId xmlns:a16="http://schemas.microsoft.com/office/drawing/2014/main" id="{881D6593-7C2A-9804-F298-81FF96FB3923}"/>
              </a:ext>
            </a:extLst>
          </p:cNvPr>
          <p:cNvSpPr/>
          <p:nvPr/>
        </p:nvSpPr>
        <p:spPr>
          <a:xfrm>
            <a:off x="714314" y="4008437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A241AA1-CA5E-175C-F068-2DBEF6026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8806" y="1661949"/>
            <a:ext cx="4930567" cy="205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500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>
          <a:extLst>
            <a:ext uri="{FF2B5EF4-FFF2-40B4-BE49-F238E27FC236}">
              <a16:creationId xmlns:a16="http://schemas.microsoft.com/office/drawing/2014/main" id="{F1E774AE-1694-6AA3-7B8B-BF088F926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5" name="Google Shape;535;p32">
            <a:extLst>
              <a:ext uri="{FF2B5EF4-FFF2-40B4-BE49-F238E27FC236}">
                <a16:creationId xmlns:a16="http://schemas.microsoft.com/office/drawing/2014/main" id="{8991A7BC-1C5E-4194-98F8-A8DB5ED83E68}"/>
              </a:ext>
            </a:extLst>
          </p:cNvPr>
          <p:cNvGrpSpPr/>
          <p:nvPr/>
        </p:nvGrpSpPr>
        <p:grpSpPr>
          <a:xfrm>
            <a:off x="715100" y="274199"/>
            <a:ext cx="1920300" cy="1918875"/>
            <a:chOff x="715100" y="274199"/>
            <a:chExt cx="1920300" cy="1918875"/>
          </a:xfrm>
        </p:grpSpPr>
        <p:sp>
          <p:nvSpPr>
            <p:cNvPr id="536" name="Google Shape;536;p32">
              <a:extLst>
                <a:ext uri="{FF2B5EF4-FFF2-40B4-BE49-F238E27FC236}">
                  <a16:creationId xmlns:a16="http://schemas.microsoft.com/office/drawing/2014/main" id="{DC7C3AC4-A0B3-2EFC-7163-E732E8ABC303}"/>
                </a:ext>
              </a:extLst>
            </p:cNvPr>
            <p:cNvSpPr/>
            <p:nvPr/>
          </p:nvSpPr>
          <p:spPr>
            <a:xfrm>
              <a:off x="806600" y="364274"/>
              <a:ext cx="1828800" cy="18288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7" name="Google Shape;537;p32">
              <a:extLst>
                <a:ext uri="{FF2B5EF4-FFF2-40B4-BE49-F238E27FC236}">
                  <a16:creationId xmlns:a16="http://schemas.microsoft.com/office/drawing/2014/main" id="{FC660B6B-CC35-97D6-5E15-D661AC8B9E28}"/>
                </a:ext>
              </a:extLst>
            </p:cNvPr>
            <p:cNvGrpSpPr/>
            <p:nvPr/>
          </p:nvGrpSpPr>
          <p:grpSpPr>
            <a:xfrm>
              <a:off x="715100" y="274199"/>
              <a:ext cx="1828800" cy="1828800"/>
              <a:chOff x="715100" y="274199"/>
              <a:chExt cx="1828800" cy="1828800"/>
            </a:xfrm>
          </p:grpSpPr>
          <p:sp>
            <p:nvSpPr>
              <p:cNvPr id="538" name="Google Shape;538;p32">
                <a:extLst>
                  <a:ext uri="{FF2B5EF4-FFF2-40B4-BE49-F238E27FC236}">
                    <a16:creationId xmlns:a16="http://schemas.microsoft.com/office/drawing/2014/main" id="{BF696F6C-A790-F7E6-CDFB-106BCF0DC9AB}"/>
                  </a:ext>
                </a:extLst>
              </p:cNvPr>
              <p:cNvSpPr/>
              <p:nvPr/>
            </p:nvSpPr>
            <p:spPr>
              <a:xfrm>
                <a:off x="715100" y="274199"/>
                <a:ext cx="1828800" cy="18288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39" name="Google Shape;539;p32">
                <a:extLst>
                  <a:ext uri="{FF2B5EF4-FFF2-40B4-BE49-F238E27FC236}">
                    <a16:creationId xmlns:a16="http://schemas.microsoft.com/office/drawing/2014/main" id="{6F47719C-98C5-6168-3F59-5B920C718165}"/>
                  </a:ext>
                </a:extLst>
              </p:cNvPr>
              <p:cNvCxnSpPr/>
              <p:nvPr/>
            </p:nvCxnSpPr>
            <p:spPr>
              <a:xfrm>
                <a:off x="717952" y="637800"/>
                <a:ext cx="1823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540" name="Google Shape;540;p32">
                <a:extLst>
                  <a:ext uri="{FF2B5EF4-FFF2-40B4-BE49-F238E27FC236}">
                    <a16:creationId xmlns:a16="http://schemas.microsoft.com/office/drawing/2014/main" id="{9C79E5D3-D102-6493-55D4-64D9C18D9ABD}"/>
                  </a:ext>
                </a:extLst>
              </p:cNvPr>
              <p:cNvGrpSpPr/>
              <p:nvPr/>
            </p:nvGrpSpPr>
            <p:grpSpPr>
              <a:xfrm>
                <a:off x="2267950" y="363963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541" name="Google Shape;541;p32">
                  <a:extLst>
                    <a:ext uri="{FF2B5EF4-FFF2-40B4-BE49-F238E27FC236}">
                      <a16:creationId xmlns:a16="http://schemas.microsoft.com/office/drawing/2014/main" id="{FCD48924-C0B9-EA27-A3FD-3E39031289D6}"/>
                    </a:ext>
                  </a:extLst>
                </p:cNvPr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2" name="Google Shape;542;p32">
                  <a:extLst>
                    <a:ext uri="{FF2B5EF4-FFF2-40B4-BE49-F238E27FC236}">
                      <a16:creationId xmlns:a16="http://schemas.microsoft.com/office/drawing/2014/main" id="{AD028834-76FA-2A0E-2A4F-7C6A3E0DE80D}"/>
                    </a:ext>
                  </a:extLst>
                </p:cNvPr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543" name="Google Shape;543;p32">
                <a:extLst>
                  <a:ext uri="{FF2B5EF4-FFF2-40B4-BE49-F238E27FC236}">
                    <a16:creationId xmlns:a16="http://schemas.microsoft.com/office/drawing/2014/main" id="{966C479D-06B2-877D-92A7-1BF42A76B83C}"/>
                  </a:ext>
                </a:extLst>
              </p:cNvPr>
              <p:cNvSpPr/>
              <p:nvPr/>
            </p:nvSpPr>
            <p:spPr>
              <a:xfrm>
                <a:off x="1951450" y="367563"/>
                <a:ext cx="179400" cy="1794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44" name="Google Shape;544;p32">
                <a:extLst>
                  <a:ext uri="{FF2B5EF4-FFF2-40B4-BE49-F238E27FC236}">
                    <a16:creationId xmlns:a16="http://schemas.microsoft.com/office/drawing/2014/main" id="{B95CF7F3-BA5C-CFB7-308C-F755AC954A07}"/>
                  </a:ext>
                </a:extLst>
              </p:cNvPr>
              <p:cNvCxnSpPr/>
              <p:nvPr/>
            </p:nvCxnSpPr>
            <p:spPr>
              <a:xfrm>
                <a:off x="1605849" y="546963"/>
                <a:ext cx="2085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545" name="Google Shape;545;p32">
            <a:extLst>
              <a:ext uri="{FF2B5EF4-FFF2-40B4-BE49-F238E27FC236}">
                <a16:creationId xmlns:a16="http://schemas.microsoft.com/office/drawing/2014/main" id="{7AF14E2A-3D86-D121-A77E-07D68A46D75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947550" y="679350"/>
            <a:ext cx="1503400" cy="13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546" name="Google Shape;546;p32">
            <a:extLst>
              <a:ext uri="{FF2B5EF4-FFF2-40B4-BE49-F238E27FC236}">
                <a16:creationId xmlns:a16="http://schemas.microsoft.com/office/drawing/2014/main" id="{4CBD61C3-71AA-CA69-B4C8-A85654F139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00038" y="2461823"/>
            <a:ext cx="6204801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sz="3600" dirty="0" err="1"/>
              <a:t>Avantaje</a:t>
            </a:r>
            <a:r>
              <a:rPr lang="en-US" sz="3600" dirty="0"/>
              <a:t> &amp; </a:t>
            </a:r>
            <a:r>
              <a:rPr lang="en-US" sz="3600" dirty="0" err="1"/>
              <a:t>Dezavantaje</a:t>
            </a:r>
            <a:endParaRPr lang="en-US" sz="3600" dirty="0"/>
          </a:p>
        </p:txBody>
      </p:sp>
      <p:sp>
        <p:nvSpPr>
          <p:cNvPr id="555" name="Google Shape;555;p32">
            <a:extLst>
              <a:ext uri="{FF2B5EF4-FFF2-40B4-BE49-F238E27FC236}">
                <a16:creationId xmlns:a16="http://schemas.microsoft.com/office/drawing/2014/main" id="{8D05374F-A2B7-F956-EF66-4ADE30A1844E}"/>
              </a:ext>
            </a:extLst>
          </p:cNvPr>
          <p:cNvSpPr/>
          <p:nvPr/>
        </p:nvSpPr>
        <p:spPr>
          <a:xfrm>
            <a:off x="3828458" y="1721467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32">
            <a:extLst>
              <a:ext uri="{FF2B5EF4-FFF2-40B4-BE49-F238E27FC236}">
                <a16:creationId xmlns:a16="http://schemas.microsoft.com/office/drawing/2014/main" id="{6EDDC584-0289-B7FA-176D-DCA63B5D0C92}"/>
              </a:ext>
            </a:extLst>
          </p:cNvPr>
          <p:cNvSpPr/>
          <p:nvPr/>
        </p:nvSpPr>
        <p:spPr>
          <a:xfrm>
            <a:off x="4292603" y="1570639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32">
            <a:extLst>
              <a:ext uri="{FF2B5EF4-FFF2-40B4-BE49-F238E27FC236}">
                <a16:creationId xmlns:a16="http://schemas.microsoft.com/office/drawing/2014/main" id="{F2CF1A76-8AEB-BCC9-4705-F51059960320}"/>
              </a:ext>
            </a:extLst>
          </p:cNvPr>
          <p:cNvSpPr/>
          <p:nvPr/>
        </p:nvSpPr>
        <p:spPr>
          <a:xfrm>
            <a:off x="3042489" y="1417325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" name="Google Shape;849;p40">
            <a:extLst>
              <a:ext uri="{FF2B5EF4-FFF2-40B4-BE49-F238E27FC236}">
                <a16:creationId xmlns:a16="http://schemas.microsoft.com/office/drawing/2014/main" id="{165D90B8-5380-67D9-3FE5-B6A2D7381FFC}"/>
              </a:ext>
            </a:extLst>
          </p:cNvPr>
          <p:cNvGrpSpPr/>
          <p:nvPr/>
        </p:nvGrpSpPr>
        <p:grpSpPr>
          <a:xfrm>
            <a:off x="669550" y="3615808"/>
            <a:ext cx="1371600" cy="1375875"/>
            <a:chOff x="299013" y="1079125"/>
            <a:chExt cx="1371600" cy="1375875"/>
          </a:xfrm>
        </p:grpSpPr>
        <p:sp>
          <p:nvSpPr>
            <p:cNvPr id="6" name="Google Shape;850;p40">
              <a:extLst>
                <a:ext uri="{FF2B5EF4-FFF2-40B4-BE49-F238E27FC236}">
                  <a16:creationId xmlns:a16="http://schemas.microsoft.com/office/drawing/2014/main" id="{084D7E34-E405-5B08-50FD-D15696BD9F7E}"/>
                </a:ext>
              </a:extLst>
            </p:cNvPr>
            <p:cNvSpPr/>
            <p:nvPr/>
          </p:nvSpPr>
          <p:spPr>
            <a:xfrm>
              <a:off x="390513" y="1174900"/>
              <a:ext cx="1280100" cy="1280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851;p40">
              <a:extLst>
                <a:ext uri="{FF2B5EF4-FFF2-40B4-BE49-F238E27FC236}">
                  <a16:creationId xmlns:a16="http://schemas.microsoft.com/office/drawing/2014/main" id="{DF41A535-2729-B2D1-FA66-C9B67F5DAFE0}"/>
                </a:ext>
              </a:extLst>
            </p:cNvPr>
            <p:cNvSpPr/>
            <p:nvPr/>
          </p:nvSpPr>
          <p:spPr>
            <a:xfrm>
              <a:off x="299013" y="1079125"/>
              <a:ext cx="1280100" cy="12801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" name="Google Shape;852;p40">
              <a:extLst>
                <a:ext uri="{FF2B5EF4-FFF2-40B4-BE49-F238E27FC236}">
                  <a16:creationId xmlns:a16="http://schemas.microsoft.com/office/drawing/2014/main" id="{03485A44-E782-7405-ABEC-181735E66E26}"/>
                </a:ext>
              </a:extLst>
            </p:cNvPr>
            <p:cNvGrpSpPr/>
            <p:nvPr/>
          </p:nvGrpSpPr>
          <p:grpSpPr>
            <a:xfrm>
              <a:off x="396400" y="1384064"/>
              <a:ext cx="1085400" cy="635100"/>
              <a:chOff x="396400" y="1399225"/>
              <a:chExt cx="1085400" cy="635100"/>
            </a:xfrm>
          </p:grpSpPr>
          <p:sp>
            <p:nvSpPr>
              <p:cNvPr id="13" name="Google Shape;853;p40">
                <a:extLst>
                  <a:ext uri="{FF2B5EF4-FFF2-40B4-BE49-F238E27FC236}">
                    <a16:creationId xmlns:a16="http://schemas.microsoft.com/office/drawing/2014/main" id="{DA238C70-2A25-B372-58B9-47D9019AF540}"/>
                  </a:ext>
                </a:extLst>
              </p:cNvPr>
              <p:cNvSpPr/>
              <p:nvPr/>
            </p:nvSpPr>
            <p:spPr>
              <a:xfrm>
                <a:off x="396400" y="1399225"/>
                <a:ext cx="1085400" cy="635100"/>
              </a:xfrm>
              <a:prstGeom prst="roundRect">
                <a:avLst>
                  <a:gd name="adj" fmla="val 0"/>
                </a:avLst>
              </a:prstGeom>
              <a:solidFill>
                <a:schemeClr val="l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4" name="Google Shape;854;p40">
                <a:extLst>
                  <a:ext uri="{FF2B5EF4-FFF2-40B4-BE49-F238E27FC236}">
                    <a16:creationId xmlns:a16="http://schemas.microsoft.com/office/drawing/2014/main" id="{D58FC3C5-87BA-085A-BF96-2B03FFA60333}"/>
                  </a:ext>
                </a:extLst>
              </p:cNvPr>
              <p:cNvGrpSpPr/>
              <p:nvPr/>
            </p:nvGrpSpPr>
            <p:grpSpPr>
              <a:xfrm>
                <a:off x="712181" y="1506835"/>
                <a:ext cx="453838" cy="419880"/>
                <a:chOff x="733647" y="1423686"/>
                <a:chExt cx="453838" cy="419880"/>
              </a:xfrm>
            </p:grpSpPr>
            <p:sp>
              <p:nvSpPr>
                <p:cNvPr id="15" name="Google Shape;855;p40">
                  <a:extLst>
                    <a:ext uri="{FF2B5EF4-FFF2-40B4-BE49-F238E27FC236}">
                      <a16:creationId xmlns:a16="http://schemas.microsoft.com/office/drawing/2014/main" id="{CBFA48F7-0674-8039-2A8A-9839BE409C12}"/>
                    </a:ext>
                  </a:extLst>
                </p:cNvPr>
                <p:cNvSpPr/>
                <p:nvPr/>
              </p:nvSpPr>
              <p:spPr>
                <a:xfrm>
                  <a:off x="733647" y="1423686"/>
                  <a:ext cx="453838" cy="419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81" h="9055" extrusionOk="0">
                      <a:moveTo>
                        <a:pt x="4904" y="1"/>
                      </a:moveTo>
                      <a:cubicBezTo>
                        <a:pt x="4654" y="1"/>
                        <a:pt x="4401" y="21"/>
                        <a:pt x="4147" y="64"/>
                      </a:cubicBezTo>
                      <a:cubicBezTo>
                        <a:pt x="1659" y="479"/>
                        <a:pt x="1" y="2820"/>
                        <a:pt x="440" y="5284"/>
                      </a:cubicBezTo>
                      <a:cubicBezTo>
                        <a:pt x="811" y="7493"/>
                        <a:pt x="2733" y="9054"/>
                        <a:pt x="4902" y="9054"/>
                      </a:cubicBezTo>
                      <a:cubicBezTo>
                        <a:pt x="5152" y="9054"/>
                        <a:pt x="5405" y="9034"/>
                        <a:pt x="5659" y="8991"/>
                      </a:cubicBezTo>
                      <a:cubicBezTo>
                        <a:pt x="8122" y="8576"/>
                        <a:pt x="9781" y="6235"/>
                        <a:pt x="9366" y="3771"/>
                      </a:cubicBezTo>
                      <a:cubicBezTo>
                        <a:pt x="8994" y="1562"/>
                        <a:pt x="7073" y="1"/>
                        <a:pt x="490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" name="Google Shape;856;p40">
                  <a:extLst>
                    <a:ext uri="{FF2B5EF4-FFF2-40B4-BE49-F238E27FC236}">
                      <a16:creationId xmlns:a16="http://schemas.microsoft.com/office/drawing/2014/main" id="{E7971F59-DEC6-C999-B4F9-CE930A18654E}"/>
                    </a:ext>
                  </a:extLst>
                </p:cNvPr>
                <p:cNvSpPr/>
                <p:nvPr/>
              </p:nvSpPr>
              <p:spPr>
                <a:xfrm>
                  <a:off x="898875" y="1539755"/>
                  <a:ext cx="163003" cy="1889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3" h="4074" extrusionOk="0">
                      <a:moveTo>
                        <a:pt x="1" y="0"/>
                      </a:moveTo>
                      <a:lnTo>
                        <a:pt x="1" y="4073"/>
                      </a:lnTo>
                      <a:lnTo>
                        <a:pt x="3513" y="202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9" name="Google Shape;857;p40">
              <a:extLst>
                <a:ext uri="{FF2B5EF4-FFF2-40B4-BE49-F238E27FC236}">
                  <a16:creationId xmlns:a16="http://schemas.microsoft.com/office/drawing/2014/main" id="{008F2033-BDDD-E237-61DD-76ADFF4AB58D}"/>
                </a:ext>
              </a:extLst>
            </p:cNvPr>
            <p:cNvGrpSpPr/>
            <p:nvPr/>
          </p:nvGrpSpPr>
          <p:grpSpPr>
            <a:xfrm>
              <a:off x="396391" y="2141102"/>
              <a:ext cx="1085342" cy="96171"/>
              <a:chOff x="417899" y="2116530"/>
              <a:chExt cx="1085342" cy="96171"/>
            </a:xfrm>
          </p:grpSpPr>
          <p:sp>
            <p:nvSpPr>
              <p:cNvPr id="11" name="Google Shape;858;p40">
                <a:extLst>
                  <a:ext uri="{FF2B5EF4-FFF2-40B4-BE49-F238E27FC236}">
                    <a16:creationId xmlns:a16="http://schemas.microsoft.com/office/drawing/2014/main" id="{9E25D3DB-DA2F-A8E7-9F8C-935D43FAB17F}"/>
                  </a:ext>
                </a:extLst>
              </p:cNvPr>
              <p:cNvSpPr/>
              <p:nvPr/>
            </p:nvSpPr>
            <p:spPr>
              <a:xfrm>
                <a:off x="417899" y="2116530"/>
                <a:ext cx="1085342" cy="96171"/>
              </a:xfrm>
              <a:custGeom>
                <a:avLst/>
                <a:gdLst/>
                <a:ahLst/>
                <a:cxnLst/>
                <a:rect l="l" t="t" r="r" b="b"/>
                <a:pathLst>
                  <a:path w="23391" h="2074" extrusionOk="0">
                    <a:moveTo>
                      <a:pt x="1025" y="1"/>
                    </a:moveTo>
                    <a:cubicBezTo>
                      <a:pt x="464" y="1"/>
                      <a:pt x="1" y="464"/>
                      <a:pt x="1" y="1050"/>
                    </a:cubicBezTo>
                    <a:cubicBezTo>
                      <a:pt x="1" y="1611"/>
                      <a:pt x="464" y="2074"/>
                      <a:pt x="1025" y="2074"/>
                    </a:cubicBezTo>
                    <a:lnTo>
                      <a:pt x="22366" y="2074"/>
                    </a:lnTo>
                    <a:cubicBezTo>
                      <a:pt x="22927" y="2074"/>
                      <a:pt x="23391" y="1611"/>
                      <a:pt x="23391" y="1050"/>
                    </a:cubicBezTo>
                    <a:cubicBezTo>
                      <a:pt x="23391" y="464"/>
                      <a:pt x="22927" y="1"/>
                      <a:pt x="2236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859;p40">
                <a:extLst>
                  <a:ext uri="{FF2B5EF4-FFF2-40B4-BE49-F238E27FC236}">
                    <a16:creationId xmlns:a16="http://schemas.microsoft.com/office/drawing/2014/main" id="{A4EFB02D-80E4-CFB3-DD5E-5512BBA56C46}"/>
                  </a:ext>
                </a:extLst>
              </p:cNvPr>
              <p:cNvSpPr/>
              <p:nvPr/>
            </p:nvSpPr>
            <p:spPr>
              <a:xfrm>
                <a:off x="417899" y="2116530"/>
                <a:ext cx="555733" cy="96171"/>
              </a:xfrm>
              <a:custGeom>
                <a:avLst/>
                <a:gdLst/>
                <a:ahLst/>
                <a:cxnLst/>
                <a:rect l="l" t="t" r="r" b="b"/>
                <a:pathLst>
                  <a:path w="11977" h="2074" extrusionOk="0">
                    <a:moveTo>
                      <a:pt x="1025" y="1"/>
                    </a:moveTo>
                    <a:cubicBezTo>
                      <a:pt x="464" y="1"/>
                      <a:pt x="1" y="464"/>
                      <a:pt x="1" y="1050"/>
                    </a:cubicBezTo>
                    <a:cubicBezTo>
                      <a:pt x="1" y="1611"/>
                      <a:pt x="464" y="2074"/>
                      <a:pt x="1025" y="2074"/>
                    </a:cubicBezTo>
                    <a:lnTo>
                      <a:pt x="11976" y="2074"/>
                    </a:lnTo>
                    <a:lnTo>
                      <a:pt x="11976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0" name="Google Shape;860;p40">
              <a:extLst>
                <a:ext uri="{FF2B5EF4-FFF2-40B4-BE49-F238E27FC236}">
                  <a16:creationId xmlns:a16="http://schemas.microsoft.com/office/drawing/2014/main" id="{8748DCCF-198D-63CE-3BDD-4841B3EE503D}"/>
                </a:ext>
              </a:extLst>
            </p:cNvPr>
            <p:cNvCxnSpPr/>
            <p:nvPr/>
          </p:nvCxnSpPr>
          <p:spPr>
            <a:xfrm>
              <a:off x="308975" y="1262125"/>
              <a:ext cx="12633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7" name="Google Shape;897;p43">
            <a:extLst>
              <a:ext uri="{FF2B5EF4-FFF2-40B4-BE49-F238E27FC236}">
                <a16:creationId xmlns:a16="http://schemas.microsoft.com/office/drawing/2014/main" id="{07E1223A-02BF-F34A-572B-32B2361022A1}"/>
              </a:ext>
            </a:extLst>
          </p:cNvPr>
          <p:cNvGrpSpPr/>
          <p:nvPr/>
        </p:nvGrpSpPr>
        <p:grpSpPr>
          <a:xfrm>
            <a:off x="7406690" y="1033338"/>
            <a:ext cx="1646100" cy="1188900"/>
            <a:chOff x="7403363" y="1047512"/>
            <a:chExt cx="1646100" cy="1188900"/>
          </a:xfrm>
        </p:grpSpPr>
        <p:sp>
          <p:nvSpPr>
            <p:cNvPr id="18" name="Google Shape;898;p43">
              <a:extLst>
                <a:ext uri="{FF2B5EF4-FFF2-40B4-BE49-F238E27FC236}">
                  <a16:creationId xmlns:a16="http://schemas.microsoft.com/office/drawing/2014/main" id="{2246EC06-6EBB-5737-A777-A5B0AD36D550}"/>
                </a:ext>
              </a:extLst>
            </p:cNvPr>
            <p:cNvSpPr/>
            <p:nvPr/>
          </p:nvSpPr>
          <p:spPr>
            <a:xfrm>
              <a:off x="7494863" y="1139012"/>
              <a:ext cx="1554600" cy="10974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899;p43">
              <a:extLst>
                <a:ext uri="{FF2B5EF4-FFF2-40B4-BE49-F238E27FC236}">
                  <a16:creationId xmlns:a16="http://schemas.microsoft.com/office/drawing/2014/main" id="{3124F7CD-6E7C-4D25-91C5-B5E5E63D3C27}"/>
                </a:ext>
              </a:extLst>
            </p:cNvPr>
            <p:cNvSpPr/>
            <p:nvPr/>
          </p:nvSpPr>
          <p:spPr>
            <a:xfrm>
              <a:off x="7403363" y="1047512"/>
              <a:ext cx="1554600" cy="10974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0" name="Google Shape;900;p43">
              <a:extLst>
                <a:ext uri="{FF2B5EF4-FFF2-40B4-BE49-F238E27FC236}">
                  <a16:creationId xmlns:a16="http://schemas.microsoft.com/office/drawing/2014/main" id="{95CFBD45-0875-0B02-0D63-CAAC3115B2F8}"/>
                </a:ext>
              </a:extLst>
            </p:cNvPr>
            <p:cNvCxnSpPr/>
            <p:nvPr/>
          </p:nvCxnSpPr>
          <p:spPr>
            <a:xfrm>
              <a:off x="7413325" y="1230512"/>
              <a:ext cx="1544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1" name="Google Shape;901;p43">
              <a:extLst>
                <a:ext uri="{FF2B5EF4-FFF2-40B4-BE49-F238E27FC236}">
                  <a16:creationId xmlns:a16="http://schemas.microsoft.com/office/drawing/2014/main" id="{6CF839BD-C699-38AE-56D2-AC7EF1462247}"/>
                </a:ext>
              </a:extLst>
            </p:cNvPr>
            <p:cNvSpPr/>
            <p:nvPr/>
          </p:nvSpPr>
          <p:spPr>
            <a:xfrm>
              <a:off x="7540474" y="1687769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902;p43">
              <a:extLst>
                <a:ext uri="{FF2B5EF4-FFF2-40B4-BE49-F238E27FC236}">
                  <a16:creationId xmlns:a16="http://schemas.microsoft.com/office/drawing/2014/main" id="{53AE040D-BC3F-8BA1-6E95-180B420C0B3A}"/>
                </a:ext>
              </a:extLst>
            </p:cNvPr>
            <p:cNvSpPr/>
            <p:nvPr/>
          </p:nvSpPr>
          <p:spPr>
            <a:xfrm>
              <a:off x="8009987" y="1687769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903;p43">
              <a:extLst>
                <a:ext uri="{FF2B5EF4-FFF2-40B4-BE49-F238E27FC236}">
                  <a16:creationId xmlns:a16="http://schemas.microsoft.com/office/drawing/2014/main" id="{060FBF3F-31FE-5A83-3F7E-4E954461BDCC}"/>
                </a:ext>
              </a:extLst>
            </p:cNvPr>
            <p:cNvSpPr/>
            <p:nvPr/>
          </p:nvSpPr>
          <p:spPr>
            <a:xfrm>
              <a:off x="8479499" y="1687769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" name="Google Shape;904;p43">
              <a:extLst>
                <a:ext uri="{FF2B5EF4-FFF2-40B4-BE49-F238E27FC236}">
                  <a16:creationId xmlns:a16="http://schemas.microsoft.com/office/drawing/2014/main" id="{C564F269-81CD-0D7A-3B03-A56B25D0B349}"/>
                </a:ext>
              </a:extLst>
            </p:cNvPr>
            <p:cNvGrpSpPr/>
            <p:nvPr/>
          </p:nvGrpSpPr>
          <p:grpSpPr>
            <a:xfrm>
              <a:off x="7770652" y="1367593"/>
              <a:ext cx="820034" cy="187786"/>
              <a:chOff x="4005100" y="3437025"/>
              <a:chExt cx="535375" cy="122600"/>
            </a:xfrm>
          </p:grpSpPr>
          <p:sp>
            <p:nvSpPr>
              <p:cNvPr id="25" name="Google Shape;905;p43">
                <a:extLst>
                  <a:ext uri="{FF2B5EF4-FFF2-40B4-BE49-F238E27FC236}">
                    <a16:creationId xmlns:a16="http://schemas.microsoft.com/office/drawing/2014/main" id="{3716F701-D3B9-F10D-9F38-B8AFB1071948}"/>
                  </a:ext>
                </a:extLst>
              </p:cNvPr>
              <p:cNvSpPr/>
              <p:nvPr/>
            </p:nvSpPr>
            <p:spPr>
              <a:xfrm>
                <a:off x="4005100" y="3437025"/>
                <a:ext cx="535375" cy="33575"/>
              </a:xfrm>
              <a:custGeom>
                <a:avLst/>
                <a:gdLst/>
                <a:ahLst/>
                <a:cxnLst/>
                <a:rect l="l" t="t" r="r" b="b"/>
                <a:pathLst>
                  <a:path w="21415" h="1343" extrusionOk="0">
                    <a:moveTo>
                      <a:pt x="903" y="1"/>
                    </a:moveTo>
                    <a:cubicBezTo>
                      <a:pt x="1" y="1"/>
                      <a:pt x="1" y="1342"/>
                      <a:pt x="903" y="1342"/>
                    </a:cubicBezTo>
                    <a:lnTo>
                      <a:pt x="20488" y="1342"/>
                    </a:lnTo>
                    <a:cubicBezTo>
                      <a:pt x="21415" y="1342"/>
                      <a:pt x="21415" y="1"/>
                      <a:pt x="204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906;p43">
                <a:extLst>
                  <a:ext uri="{FF2B5EF4-FFF2-40B4-BE49-F238E27FC236}">
                    <a16:creationId xmlns:a16="http://schemas.microsoft.com/office/drawing/2014/main" id="{23AC3A58-9665-63F6-0519-3EE66E70E15F}"/>
                  </a:ext>
                </a:extLst>
              </p:cNvPr>
              <p:cNvSpPr/>
              <p:nvPr/>
            </p:nvSpPr>
            <p:spPr>
              <a:xfrm>
                <a:off x="4064850" y="3525450"/>
                <a:ext cx="415275" cy="34175"/>
              </a:xfrm>
              <a:custGeom>
                <a:avLst/>
                <a:gdLst/>
                <a:ahLst/>
                <a:cxnLst/>
                <a:rect l="l" t="t" r="r" b="b"/>
                <a:pathLst>
                  <a:path w="16611" h="1367" extrusionOk="0">
                    <a:moveTo>
                      <a:pt x="928" y="0"/>
                    </a:moveTo>
                    <a:cubicBezTo>
                      <a:pt x="1" y="0"/>
                      <a:pt x="1" y="1366"/>
                      <a:pt x="928" y="1366"/>
                    </a:cubicBezTo>
                    <a:lnTo>
                      <a:pt x="15708" y="1366"/>
                    </a:lnTo>
                    <a:cubicBezTo>
                      <a:pt x="16610" y="1366"/>
                      <a:pt x="16610" y="0"/>
                      <a:pt x="157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745078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2" name="Google Shape;782;p39"/>
          <p:cNvGrpSpPr/>
          <p:nvPr/>
        </p:nvGrpSpPr>
        <p:grpSpPr>
          <a:xfrm>
            <a:off x="6101845" y="3195620"/>
            <a:ext cx="2418900" cy="1412700"/>
            <a:chOff x="715100" y="1600325"/>
            <a:chExt cx="2418900" cy="1412700"/>
          </a:xfrm>
        </p:grpSpPr>
        <p:sp>
          <p:nvSpPr>
            <p:cNvPr id="783" name="Google Shape;783;p39"/>
            <p:cNvSpPr/>
            <p:nvPr/>
          </p:nvSpPr>
          <p:spPr>
            <a:xfrm>
              <a:off x="806600" y="1691825"/>
              <a:ext cx="23274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84" name="Google Shape;784;p39"/>
            <p:cNvGrpSpPr/>
            <p:nvPr/>
          </p:nvGrpSpPr>
          <p:grpSpPr>
            <a:xfrm>
              <a:off x="715100" y="1600325"/>
              <a:ext cx="2327400" cy="1321200"/>
              <a:chOff x="715100" y="1600325"/>
              <a:chExt cx="2327400" cy="1321200"/>
            </a:xfrm>
          </p:grpSpPr>
          <p:sp>
            <p:nvSpPr>
              <p:cNvPr id="785" name="Google Shape;785;p39"/>
              <p:cNvSpPr/>
              <p:nvPr/>
            </p:nvSpPr>
            <p:spPr>
              <a:xfrm>
                <a:off x="715100" y="1600325"/>
                <a:ext cx="2327400" cy="13212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786" name="Google Shape;786;p39"/>
              <p:cNvCxnSpPr/>
              <p:nvPr/>
            </p:nvCxnSpPr>
            <p:spPr>
              <a:xfrm>
                <a:off x="722125" y="1783325"/>
                <a:ext cx="23157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787" name="Google Shape;787;p39"/>
          <p:cNvGrpSpPr/>
          <p:nvPr/>
        </p:nvGrpSpPr>
        <p:grpSpPr>
          <a:xfrm>
            <a:off x="3408470" y="3195620"/>
            <a:ext cx="2418900" cy="1412700"/>
            <a:chOff x="715100" y="1600325"/>
            <a:chExt cx="2418900" cy="1412700"/>
          </a:xfrm>
        </p:grpSpPr>
        <p:sp>
          <p:nvSpPr>
            <p:cNvPr id="788" name="Google Shape;788;p39"/>
            <p:cNvSpPr/>
            <p:nvPr/>
          </p:nvSpPr>
          <p:spPr>
            <a:xfrm>
              <a:off x="806600" y="1691825"/>
              <a:ext cx="23274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89" name="Google Shape;789;p39"/>
            <p:cNvGrpSpPr/>
            <p:nvPr/>
          </p:nvGrpSpPr>
          <p:grpSpPr>
            <a:xfrm>
              <a:off x="715100" y="1600325"/>
              <a:ext cx="2327400" cy="1321200"/>
              <a:chOff x="715100" y="1600325"/>
              <a:chExt cx="2327400" cy="1321200"/>
            </a:xfrm>
          </p:grpSpPr>
          <p:sp>
            <p:nvSpPr>
              <p:cNvPr id="790" name="Google Shape;790;p39"/>
              <p:cNvSpPr/>
              <p:nvPr/>
            </p:nvSpPr>
            <p:spPr>
              <a:xfrm>
                <a:off x="715100" y="1600325"/>
                <a:ext cx="2327400" cy="13212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791" name="Google Shape;791;p39"/>
              <p:cNvCxnSpPr/>
              <p:nvPr/>
            </p:nvCxnSpPr>
            <p:spPr>
              <a:xfrm>
                <a:off x="722125" y="1783325"/>
                <a:ext cx="23157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792" name="Google Shape;792;p39"/>
          <p:cNvGrpSpPr/>
          <p:nvPr/>
        </p:nvGrpSpPr>
        <p:grpSpPr>
          <a:xfrm>
            <a:off x="715100" y="3195620"/>
            <a:ext cx="2418900" cy="1412700"/>
            <a:chOff x="715100" y="1600325"/>
            <a:chExt cx="2418900" cy="1412700"/>
          </a:xfrm>
        </p:grpSpPr>
        <p:sp>
          <p:nvSpPr>
            <p:cNvPr id="793" name="Google Shape;793;p39"/>
            <p:cNvSpPr/>
            <p:nvPr/>
          </p:nvSpPr>
          <p:spPr>
            <a:xfrm>
              <a:off x="806600" y="1691825"/>
              <a:ext cx="23274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94" name="Google Shape;794;p39"/>
            <p:cNvGrpSpPr/>
            <p:nvPr/>
          </p:nvGrpSpPr>
          <p:grpSpPr>
            <a:xfrm>
              <a:off x="715100" y="1600325"/>
              <a:ext cx="2327400" cy="1321200"/>
              <a:chOff x="715100" y="1600325"/>
              <a:chExt cx="2327400" cy="1321200"/>
            </a:xfrm>
          </p:grpSpPr>
          <p:sp>
            <p:nvSpPr>
              <p:cNvPr id="795" name="Google Shape;795;p39"/>
              <p:cNvSpPr/>
              <p:nvPr/>
            </p:nvSpPr>
            <p:spPr>
              <a:xfrm>
                <a:off x="715100" y="1600325"/>
                <a:ext cx="2327400" cy="13212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796" name="Google Shape;796;p39"/>
              <p:cNvCxnSpPr/>
              <p:nvPr/>
            </p:nvCxnSpPr>
            <p:spPr>
              <a:xfrm>
                <a:off x="722125" y="1783325"/>
                <a:ext cx="23157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797" name="Google Shape;797;p39"/>
          <p:cNvGrpSpPr/>
          <p:nvPr/>
        </p:nvGrpSpPr>
        <p:grpSpPr>
          <a:xfrm>
            <a:off x="6147595" y="893975"/>
            <a:ext cx="2418900" cy="1412700"/>
            <a:chOff x="715100" y="1600325"/>
            <a:chExt cx="2418900" cy="1412700"/>
          </a:xfrm>
        </p:grpSpPr>
        <p:sp>
          <p:nvSpPr>
            <p:cNvPr id="798" name="Google Shape;798;p39"/>
            <p:cNvSpPr/>
            <p:nvPr/>
          </p:nvSpPr>
          <p:spPr>
            <a:xfrm>
              <a:off x="806600" y="1691825"/>
              <a:ext cx="23274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99" name="Google Shape;799;p39"/>
            <p:cNvGrpSpPr/>
            <p:nvPr/>
          </p:nvGrpSpPr>
          <p:grpSpPr>
            <a:xfrm>
              <a:off x="715100" y="1600325"/>
              <a:ext cx="2327400" cy="1321200"/>
              <a:chOff x="715100" y="1600325"/>
              <a:chExt cx="2327400" cy="1321200"/>
            </a:xfrm>
          </p:grpSpPr>
          <p:sp>
            <p:nvSpPr>
              <p:cNvPr id="800" name="Google Shape;800;p39"/>
              <p:cNvSpPr/>
              <p:nvPr/>
            </p:nvSpPr>
            <p:spPr>
              <a:xfrm>
                <a:off x="715100" y="1600325"/>
                <a:ext cx="2327400" cy="13212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801" name="Google Shape;801;p39"/>
              <p:cNvCxnSpPr/>
              <p:nvPr/>
            </p:nvCxnSpPr>
            <p:spPr>
              <a:xfrm>
                <a:off x="722125" y="1783325"/>
                <a:ext cx="23157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802" name="Google Shape;802;p39"/>
          <p:cNvGrpSpPr/>
          <p:nvPr/>
        </p:nvGrpSpPr>
        <p:grpSpPr>
          <a:xfrm>
            <a:off x="3408470" y="893975"/>
            <a:ext cx="2418900" cy="1412700"/>
            <a:chOff x="715100" y="1600325"/>
            <a:chExt cx="2418900" cy="1412700"/>
          </a:xfrm>
        </p:grpSpPr>
        <p:sp>
          <p:nvSpPr>
            <p:cNvPr id="803" name="Google Shape;803;p39"/>
            <p:cNvSpPr/>
            <p:nvPr/>
          </p:nvSpPr>
          <p:spPr>
            <a:xfrm>
              <a:off x="806600" y="1691825"/>
              <a:ext cx="23274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04" name="Google Shape;804;p39"/>
            <p:cNvGrpSpPr/>
            <p:nvPr/>
          </p:nvGrpSpPr>
          <p:grpSpPr>
            <a:xfrm>
              <a:off x="715100" y="1600325"/>
              <a:ext cx="2327400" cy="1321200"/>
              <a:chOff x="715100" y="1600325"/>
              <a:chExt cx="2327400" cy="1321200"/>
            </a:xfrm>
          </p:grpSpPr>
          <p:sp>
            <p:nvSpPr>
              <p:cNvPr id="805" name="Google Shape;805;p39"/>
              <p:cNvSpPr/>
              <p:nvPr/>
            </p:nvSpPr>
            <p:spPr>
              <a:xfrm>
                <a:off x="715100" y="1600325"/>
                <a:ext cx="2327400" cy="13212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806" name="Google Shape;806;p39"/>
              <p:cNvCxnSpPr/>
              <p:nvPr/>
            </p:nvCxnSpPr>
            <p:spPr>
              <a:xfrm>
                <a:off x="722125" y="1783325"/>
                <a:ext cx="23157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807" name="Google Shape;807;p39"/>
          <p:cNvGrpSpPr/>
          <p:nvPr/>
        </p:nvGrpSpPr>
        <p:grpSpPr>
          <a:xfrm>
            <a:off x="722125" y="893975"/>
            <a:ext cx="2418900" cy="1412700"/>
            <a:chOff x="715100" y="1600325"/>
            <a:chExt cx="2418900" cy="1412700"/>
          </a:xfrm>
        </p:grpSpPr>
        <p:sp>
          <p:nvSpPr>
            <p:cNvPr id="808" name="Google Shape;808;p39"/>
            <p:cNvSpPr/>
            <p:nvPr/>
          </p:nvSpPr>
          <p:spPr>
            <a:xfrm>
              <a:off x="806600" y="1691825"/>
              <a:ext cx="23274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09" name="Google Shape;809;p39"/>
            <p:cNvGrpSpPr/>
            <p:nvPr/>
          </p:nvGrpSpPr>
          <p:grpSpPr>
            <a:xfrm>
              <a:off x="715100" y="1600325"/>
              <a:ext cx="2327400" cy="1321200"/>
              <a:chOff x="715100" y="1600325"/>
              <a:chExt cx="2327400" cy="1321200"/>
            </a:xfrm>
          </p:grpSpPr>
          <p:sp>
            <p:nvSpPr>
              <p:cNvPr id="810" name="Google Shape;810;p39"/>
              <p:cNvSpPr/>
              <p:nvPr/>
            </p:nvSpPr>
            <p:spPr>
              <a:xfrm>
                <a:off x="715100" y="1600325"/>
                <a:ext cx="2327400" cy="13212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811" name="Google Shape;811;p39"/>
              <p:cNvCxnSpPr/>
              <p:nvPr/>
            </p:nvCxnSpPr>
            <p:spPr>
              <a:xfrm>
                <a:off x="722125" y="1783325"/>
                <a:ext cx="23157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812" name="Google Shape;812;p39"/>
          <p:cNvSpPr txBox="1">
            <a:spLocks noGrp="1"/>
          </p:cNvSpPr>
          <p:nvPr>
            <p:ph type="subTitle" idx="14"/>
          </p:nvPr>
        </p:nvSpPr>
        <p:spPr>
          <a:xfrm>
            <a:off x="781552" y="3401312"/>
            <a:ext cx="21945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FF0000"/>
                </a:solidFill>
              </a:rPr>
              <a:t>Dezavantaj</a:t>
            </a:r>
            <a:endParaRPr sz="2000" dirty="0">
              <a:solidFill>
                <a:srgbClr val="FF0000"/>
              </a:solidFill>
            </a:endParaRPr>
          </a:p>
        </p:txBody>
      </p:sp>
      <p:sp>
        <p:nvSpPr>
          <p:cNvPr id="813" name="Google Shape;813;p39"/>
          <p:cNvSpPr txBox="1">
            <a:spLocks noGrp="1"/>
          </p:cNvSpPr>
          <p:nvPr>
            <p:ph type="subTitle" idx="13"/>
          </p:nvPr>
        </p:nvSpPr>
        <p:spPr>
          <a:xfrm>
            <a:off x="781538" y="972258"/>
            <a:ext cx="21945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B050"/>
                </a:solidFill>
              </a:rPr>
              <a:t>Avantaj</a:t>
            </a:r>
            <a:endParaRPr sz="2000" dirty="0">
              <a:solidFill>
                <a:srgbClr val="00B050"/>
              </a:solidFill>
            </a:endParaRPr>
          </a:p>
        </p:txBody>
      </p:sp>
      <p:sp>
        <p:nvSpPr>
          <p:cNvPr id="814" name="Google Shape;814;p39"/>
          <p:cNvSpPr txBox="1">
            <a:spLocks noGrp="1"/>
          </p:cNvSpPr>
          <p:nvPr>
            <p:ph type="subTitle" idx="15"/>
          </p:nvPr>
        </p:nvSpPr>
        <p:spPr>
          <a:xfrm>
            <a:off x="6168018" y="3401300"/>
            <a:ext cx="21945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sz="2000" dirty="0" err="1">
                <a:solidFill>
                  <a:srgbClr val="FF0000"/>
                </a:solidFill>
              </a:rPr>
              <a:t>Dezavantaj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815" name="Google Shape;815;p39"/>
          <p:cNvSpPr txBox="1">
            <a:spLocks noGrp="1"/>
          </p:cNvSpPr>
          <p:nvPr>
            <p:ph type="subTitle" idx="7"/>
          </p:nvPr>
        </p:nvSpPr>
        <p:spPr>
          <a:xfrm>
            <a:off x="3473885" y="1006281"/>
            <a:ext cx="21945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sz="2000" dirty="0" err="1">
                <a:solidFill>
                  <a:srgbClr val="00B050"/>
                </a:solidFill>
              </a:rPr>
              <a:t>Avantaj</a:t>
            </a:r>
            <a:endParaRPr lang="en-US" sz="2000" dirty="0">
              <a:solidFill>
                <a:srgbClr val="00B050"/>
              </a:solidFill>
            </a:endParaRPr>
          </a:p>
        </p:txBody>
      </p:sp>
      <p:sp>
        <p:nvSpPr>
          <p:cNvPr id="816" name="Google Shape;816;p39"/>
          <p:cNvSpPr txBox="1">
            <a:spLocks noGrp="1"/>
          </p:cNvSpPr>
          <p:nvPr>
            <p:ph type="subTitle" idx="8"/>
          </p:nvPr>
        </p:nvSpPr>
        <p:spPr>
          <a:xfrm>
            <a:off x="6166650" y="1006810"/>
            <a:ext cx="21945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sz="2000" dirty="0" err="1">
                <a:solidFill>
                  <a:srgbClr val="00B050"/>
                </a:solidFill>
              </a:rPr>
              <a:t>Avantaj</a:t>
            </a:r>
            <a:endParaRPr lang="en-US" sz="2000" dirty="0">
              <a:solidFill>
                <a:srgbClr val="00B050"/>
              </a:solidFill>
            </a:endParaRPr>
          </a:p>
        </p:txBody>
      </p:sp>
      <p:sp>
        <p:nvSpPr>
          <p:cNvPr id="817" name="Google Shape;817;p39"/>
          <p:cNvSpPr txBox="1">
            <a:spLocks noGrp="1"/>
          </p:cNvSpPr>
          <p:nvPr>
            <p:ph type="subTitle" idx="9"/>
          </p:nvPr>
        </p:nvSpPr>
        <p:spPr>
          <a:xfrm>
            <a:off x="3475685" y="3401300"/>
            <a:ext cx="21927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sz="2000" dirty="0" err="1">
                <a:solidFill>
                  <a:srgbClr val="FF0000"/>
                </a:solidFill>
              </a:rPr>
              <a:t>Dezavantaj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819" name="Google Shape;819;p39"/>
          <p:cNvSpPr txBox="1">
            <a:spLocks noGrp="1"/>
          </p:cNvSpPr>
          <p:nvPr>
            <p:ph type="subTitle" idx="1"/>
          </p:nvPr>
        </p:nvSpPr>
        <p:spPr>
          <a:xfrm>
            <a:off x="3480910" y="1485367"/>
            <a:ext cx="2194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Oferă</a:t>
            </a:r>
            <a:r>
              <a:rPr lang="en-US" dirty="0"/>
              <a:t> </a:t>
            </a:r>
            <a:r>
              <a:rPr lang="en-US" dirty="0" err="1"/>
              <a:t>independență</a:t>
            </a:r>
            <a:r>
              <a:rPr lang="en-US" dirty="0"/>
              <a:t> </a:t>
            </a:r>
            <a:r>
              <a:rPr lang="en-US" dirty="0" err="1"/>
              <a:t>față</a:t>
            </a:r>
            <a:r>
              <a:rPr lang="en-US" dirty="0"/>
              <a:t> de </a:t>
            </a:r>
            <a:r>
              <a:rPr lang="en-US" dirty="0" err="1"/>
              <a:t>clasele</a:t>
            </a:r>
            <a:r>
              <a:rPr lang="en-US" dirty="0"/>
              <a:t> concrete</a:t>
            </a:r>
            <a:endParaRPr dirty="0"/>
          </a:p>
        </p:txBody>
      </p:sp>
      <p:sp>
        <p:nvSpPr>
          <p:cNvPr id="820" name="Google Shape;820;p39"/>
          <p:cNvSpPr txBox="1">
            <a:spLocks noGrp="1"/>
          </p:cNvSpPr>
          <p:nvPr>
            <p:ph type="subTitle" idx="4"/>
          </p:nvPr>
        </p:nvSpPr>
        <p:spPr>
          <a:xfrm>
            <a:off x="788575" y="1485367"/>
            <a:ext cx="2194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Asigură consistență între obiectele create</a:t>
            </a:r>
            <a:endParaRPr dirty="0"/>
          </a:p>
        </p:txBody>
      </p:sp>
      <p:sp>
        <p:nvSpPr>
          <p:cNvPr id="821" name="Google Shape;821;p39"/>
          <p:cNvSpPr txBox="1">
            <a:spLocks noGrp="1"/>
          </p:cNvSpPr>
          <p:nvPr>
            <p:ph type="subTitle" idx="5"/>
          </p:nvPr>
        </p:nvSpPr>
        <p:spPr>
          <a:xfrm>
            <a:off x="781548" y="3853932"/>
            <a:ext cx="2194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Crește</a:t>
            </a:r>
            <a:r>
              <a:rPr lang="en-US" dirty="0"/>
              <a:t> </a:t>
            </a:r>
            <a:r>
              <a:rPr lang="en-US" dirty="0" err="1"/>
              <a:t>complexitatea</a:t>
            </a:r>
            <a:r>
              <a:rPr lang="en-US" dirty="0"/>
              <a:t> </a:t>
            </a:r>
            <a:r>
              <a:rPr lang="en-US" dirty="0" err="1"/>
              <a:t>codului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822" name="Google Shape;822;p39"/>
          <p:cNvSpPr txBox="1">
            <a:spLocks noGrp="1"/>
          </p:cNvSpPr>
          <p:nvPr>
            <p:ph type="subTitle" idx="2"/>
          </p:nvPr>
        </p:nvSpPr>
        <p:spPr>
          <a:xfrm>
            <a:off x="6212400" y="1417221"/>
            <a:ext cx="224025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schimbarea</a:t>
            </a:r>
            <a:r>
              <a:rPr lang="en-US" dirty="0"/>
              <a:t> </a:t>
            </a:r>
            <a:r>
              <a:rPr lang="en-US" dirty="0" err="1"/>
              <a:t>ușoară</a:t>
            </a:r>
            <a:r>
              <a:rPr lang="en-US" dirty="0"/>
              <a:t> a </a:t>
            </a:r>
            <a:r>
              <a:rPr lang="en-US" dirty="0" err="1"/>
              <a:t>familiei</a:t>
            </a:r>
            <a:r>
              <a:rPr lang="en-US" dirty="0"/>
              <a:t> de </a:t>
            </a:r>
            <a:r>
              <a:rPr lang="en-US" dirty="0" err="1"/>
              <a:t>produse</a:t>
            </a:r>
            <a:endParaRPr dirty="0"/>
          </a:p>
        </p:txBody>
      </p:sp>
      <p:sp>
        <p:nvSpPr>
          <p:cNvPr id="823" name="Google Shape;823;p39"/>
          <p:cNvSpPr txBox="1">
            <a:spLocks noGrp="1"/>
          </p:cNvSpPr>
          <p:nvPr>
            <p:ph type="subTitle" idx="3"/>
          </p:nvPr>
        </p:nvSpPr>
        <p:spPr>
          <a:xfrm>
            <a:off x="3480910" y="3746425"/>
            <a:ext cx="2194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Necesită</a:t>
            </a:r>
            <a:r>
              <a:rPr lang="en-US" dirty="0"/>
              <a:t> </a:t>
            </a:r>
            <a:r>
              <a:rPr lang="en-US" dirty="0" err="1"/>
              <a:t>disciplină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implementare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naming </a:t>
            </a:r>
            <a:r>
              <a:rPr lang="en-US" dirty="0" err="1"/>
              <a:t>clar</a:t>
            </a:r>
            <a:endParaRPr dirty="0"/>
          </a:p>
        </p:txBody>
      </p:sp>
      <p:sp>
        <p:nvSpPr>
          <p:cNvPr id="824" name="Google Shape;824;p39"/>
          <p:cNvSpPr txBox="1">
            <a:spLocks noGrp="1"/>
          </p:cNvSpPr>
          <p:nvPr>
            <p:ph type="subTitle" idx="6"/>
          </p:nvPr>
        </p:nvSpPr>
        <p:spPr>
          <a:xfrm>
            <a:off x="6168018" y="3853932"/>
            <a:ext cx="2194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Poate părea supradesign pentru proiecte mici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>
          <a:extLst>
            <a:ext uri="{FF2B5EF4-FFF2-40B4-BE49-F238E27FC236}">
              <a16:creationId xmlns:a16="http://schemas.microsoft.com/office/drawing/2014/main" id="{F82096EC-0D41-E2B8-D633-C455228FE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5" name="Google Shape;535;p32">
            <a:extLst>
              <a:ext uri="{FF2B5EF4-FFF2-40B4-BE49-F238E27FC236}">
                <a16:creationId xmlns:a16="http://schemas.microsoft.com/office/drawing/2014/main" id="{69C760ED-C79B-9FAB-5E2B-DEBE78CD061C}"/>
              </a:ext>
            </a:extLst>
          </p:cNvPr>
          <p:cNvGrpSpPr/>
          <p:nvPr/>
        </p:nvGrpSpPr>
        <p:grpSpPr>
          <a:xfrm>
            <a:off x="715100" y="274199"/>
            <a:ext cx="1920300" cy="1918875"/>
            <a:chOff x="715100" y="274199"/>
            <a:chExt cx="1920300" cy="1918875"/>
          </a:xfrm>
        </p:grpSpPr>
        <p:sp>
          <p:nvSpPr>
            <p:cNvPr id="536" name="Google Shape;536;p32">
              <a:extLst>
                <a:ext uri="{FF2B5EF4-FFF2-40B4-BE49-F238E27FC236}">
                  <a16:creationId xmlns:a16="http://schemas.microsoft.com/office/drawing/2014/main" id="{A6444AE2-885D-8DE3-4307-68DBF257E165}"/>
                </a:ext>
              </a:extLst>
            </p:cNvPr>
            <p:cNvSpPr/>
            <p:nvPr/>
          </p:nvSpPr>
          <p:spPr>
            <a:xfrm>
              <a:off x="806600" y="364274"/>
              <a:ext cx="1828800" cy="18288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7" name="Google Shape;537;p32">
              <a:extLst>
                <a:ext uri="{FF2B5EF4-FFF2-40B4-BE49-F238E27FC236}">
                  <a16:creationId xmlns:a16="http://schemas.microsoft.com/office/drawing/2014/main" id="{0311F165-2D5D-0CE8-CB56-5F6002B0146A}"/>
                </a:ext>
              </a:extLst>
            </p:cNvPr>
            <p:cNvGrpSpPr/>
            <p:nvPr/>
          </p:nvGrpSpPr>
          <p:grpSpPr>
            <a:xfrm>
              <a:off x="715100" y="274199"/>
              <a:ext cx="1828800" cy="1828800"/>
              <a:chOff x="715100" y="274199"/>
              <a:chExt cx="1828800" cy="1828800"/>
            </a:xfrm>
          </p:grpSpPr>
          <p:sp>
            <p:nvSpPr>
              <p:cNvPr id="538" name="Google Shape;538;p32">
                <a:extLst>
                  <a:ext uri="{FF2B5EF4-FFF2-40B4-BE49-F238E27FC236}">
                    <a16:creationId xmlns:a16="http://schemas.microsoft.com/office/drawing/2014/main" id="{37FE5457-EACA-47A4-DF3A-F9A0FC5DA529}"/>
                  </a:ext>
                </a:extLst>
              </p:cNvPr>
              <p:cNvSpPr/>
              <p:nvPr/>
            </p:nvSpPr>
            <p:spPr>
              <a:xfrm>
                <a:off x="715100" y="274199"/>
                <a:ext cx="1828800" cy="18288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39" name="Google Shape;539;p32">
                <a:extLst>
                  <a:ext uri="{FF2B5EF4-FFF2-40B4-BE49-F238E27FC236}">
                    <a16:creationId xmlns:a16="http://schemas.microsoft.com/office/drawing/2014/main" id="{A089EF17-2F81-1049-F3D6-959734900E1E}"/>
                  </a:ext>
                </a:extLst>
              </p:cNvPr>
              <p:cNvCxnSpPr/>
              <p:nvPr/>
            </p:nvCxnSpPr>
            <p:spPr>
              <a:xfrm>
                <a:off x="717952" y="637800"/>
                <a:ext cx="1823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540" name="Google Shape;540;p32">
                <a:extLst>
                  <a:ext uri="{FF2B5EF4-FFF2-40B4-BE49-F238E27FC236}">
                    <a16:creationId xmlns:a16="http://schemas.microsoft.com/office/drawing/2014/main" id="{47BF9E11-AA42-686D-6FB6-A4E7C98F9486}"/>
                  </a:ext>
                </a:extLst>
              </p:cNvPr>
              <p:cNvGrpSpPr/>
              <p:nvPr/>
            </p:nvGrpSpPr>
            <p:grpSpPr>
              <a:xfrm>
                <a:off x="2267950" y="363963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541" name="Google Shape;541;p32">
                  <a:extLst>
                    <a:ext uri="{FF2B5EF4-FFF2-40B4-BE49-F238E27FC236}">
                      <a16:creationId xmlns:a16="http://schemas.microsoft.com/office/drawing/2014/main" id="{2DEF2D20-302A-0744-0989-9F76455125BC}"/>
                    </a:ext>
                  </a:extLst>
                </p:cNvPr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2" name="Google Shape;542;p32">
                  <a:extLst>
                    <a:ext uri="{FF2B5EF4-FFF2-40B4-BE49-F238E27FC236}">
                      <a16:creationId xmlns:a16="http://schemas.microsoft.com/office/drawing/2014/main" id="{C01E47DB-3B4A-F462-3D23-8B9A780A4576}"/>
                    </a:ext>
                  </a:extLst>
                </p:cNvPr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543" name="Google Shape;543;p32">
                <a:extLst>
                  <a:ext uri="{FF2B5EF4-FFF2-40B4-BE49-F238E27FC236}">
                    <a16:creationId xmlns:a16="http://schemas.microsoft.com/office/drawing/2014/main" id="{508318B8-E2CC-37A3-F3A8-7A8C7D62FAA2}"/>
                  </a:ext>
                </a:extLst>
              </p:cNvPr>
              <p:cNvSpPr/>
              <p:nvPr/>
            </p:nvSpPr>
            <p:spPr>
              <a:xfrm>
                <a:off x="1951450" y="367563"/>
                <a:ext cx="179400" cy="1794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44" name="Google Shape;544;p32">
                <a:extLst>
                  <a:ext uri="{FF2B5EF4-FFF2-40B4-BE49-F238E27FC236}">
                    <a16:creationId xmlns:a16="http://schemas.microsoft.com/office/drawing/2014/main" id="{FC37B82C-8556-8DDF-37C9-39DCA1E87164}"/>
                  </a:ext>
                </a:extLst>
              </p:cNvPr>
              <p:cNvCxnSpPr/>
              <p:nvPr/>
            </p:nvCxnSpPr>
            <p:spPr>
              <a:xfrm>
                <a:off x="1605849" y="546963"/>
                <a:ext cx="2085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545" name="Google Shape;545;p32">
            <a:extLst>
              <a:ext uri="{FF2B5EF4-FFF2-40B4-BE49-F238E27FC236}">
                <a16:creationId xmlns:a16="http://schemas.microsoft.com/office/drawing/2014/main" id="{0D15426F-AB5F-F9C2-472C-51DB3C08BC6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947550" y="679350"/>
            <a:ext cx="1503400" cy="13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**</a:t>
            </a:r>
            <a:endParaRPr dirty="0"/>
          </a:p>
        </p:txBody>
      </p:sp>
      <p:sp>
        <p:nvSpPr>
          <p:cNvPr id="546" name="Google Shape;546;p32">
            <a:extLst>
              <a:ext uri="{FF2B5EF4-FFF2-40B4-BE49-F238E27FC236}">
                <a16:creationId xmlns:a16="http://schemas.microsoft.com/office/drawing/2014/main" id="{452E753D-EF69-58BE-65C3-E020635EE5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4710" y="2404005"/>
            <a:ext cx="6061784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sz="3800" dirty="0" err="1"/>
              <a:t>Demonstrație</a:t>
            </a:r>
            <a:r>
              <a:rPr lang="en-US" sz="3800" dirty="0"/>
              <a:t> </a:t>
            </a:r>
            <a:r>
              <a:rPr lang="en-US" sz="3800" dirty="0" err="1"/>
              <a:t>practică</a:t>
            </a:r>
            <a:endParaRPr lang="en-US" sz="3800" dirty="0"/>
          </a:p>
        </p:txBody>
      </p:sp>
      <p:sp>
        <p:nvSpPr>
          <p:cNvPr id="555" name="Google Shape;555;p32">
            <a:extLst>
              <a:ext uri="{FF2B5EF4-FFF2-40B4-BE49-F238E27FC236}">
                <a16:creationId xmlns:a16="http://schemas.microsoft.com/office/drawing/2014/main" id="{E7AE9C25-3194-749C-AA52-4727EF85CC2E}"/>
              </a:ext>
            </a:extLst>
          </p:cNvPr>
          <p:cNvSpPr/>
          <p:nvPr/>
        </p:nvSpPr>
        <p:spPr>
          <a:xfrm>
            <a:off x="3828458" y="1721467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32">
            <a:extLst>
              <a:ext uri="{FF2B5EF4-FFF2-40B4-BE49-F238E27FC236}">
                <a16:creationId xmlns:a16="http://schemas.microsoft.com/office/drawing/2014/main" id="{E95C1D26-B752-D5D6-1A58-B9FD4DFE07EC}"/>
              </a:ext>
            </a:extLst>
          </p:cNvPr>
          <p:cNvSpPr/>
          <p:nvPr/>
        </p:nvSpPr>
        <p:spPr>
          <a:xfrm>
            <a:off x="4292603" y="1570639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32">
            <a:extLst>
              <a:ext uri="{FF2B5EF4-FFF2-40B4-BE49-F238E27FC236}">
                <a16:creationId xmlns:a16="http://schemas.microsoft.com/office/drawing/2014/main" id="{1D323262-F650-93F6-3A73-DEAD4CFB20D8}"/>
              </a:ext>
            </a:extLst>
          </p:cNvPr>
          <p:cNvSpPr/>
          <p:nvPr/>
        </p:nvSpPr>
        <p:spPr>
          <a:xfrm>
            <a:off x="3042489" y="1417325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" name="Google Shape;580;p33">
            <a:extLst>
              <a:ext uri="{FF2B5EF4-FFF2-40B4-BE49-F238E27FC236}">
                <a16:creationId xmlns:a16="http://schemas.microsoft.com/office/drawing/2014/main" id="{7BFDDBEB-4142-5052-F3E6-3C6E61914967}"/>
              </a:ext>
            </a:extLst>
          </p:cNvPr>
          <p:cNvGrpSpPr/>
          <p:nvPr/>
        </p:nvGrpSpPr>
        <p:grpSpPr>
          <a:xfrm>
            <a:off x="463700" y="4002900"/>
            <a:ext cx="502800" cy="502800"/>
            <a:chOff x="7014301" y="2017350"/>
            <a:chExt cx="502800" cy="502800"/>
          </a:xfrm>
        </p:grpSpPr>
        <p:sp>
          <p:nvSpPr>
            <p:cNvPr id="3" name="Google Shape;581;p33">
              <a:extLst>
                <a:ext uri="{FF2B5EF4-FFF2-40B4-BE49-F238E27FC236}">
                  <a16:creationId xmlns:a16="http://schemas.microsoft.com/office/drawing/2014/main" id="{975637FA-3518-87A5-FEA9-42C5A2D0B4E0}"/>
                </a:ext>
              </a:extLst>
            </p:cNvPr>
            <p:cNvSpPr/>
            <p:nvPr/>
          </p:nvSpPr>
          <p:spPr>
            <a:xfrm>
              <a:off x="7014301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582;p33">
              <a:extLst>
                <a:ext uri="{FF2B5EF4-FFF2-40B4-BE49-F238E27FC236}">
                  <a16:creationId xmlns:a16="http://schemas.microsoft.com/office/drawing/2014/main" id="{38E67089-D473-505D-8BAB-FDFA1AE7152F}"/>
                </a:ext>
              </a:extLst>
            </p:cNvPr>
            <p:cNvSpPr/>
            <p:nvPr/>
          </p:nvSpPr>
          <p:spPr>
            <a:xfrm>
              <a:off x="7095012" y="2108734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298;p53">
            <a:extLst>
              <a:ext uri="{FF2B5EF4-FFF2-40B4-BE49-F238E27FC236}">
                <a16:creationId xmlns:a16="http://schemas.microsoft.com/office/drawing/2014/main" id="{7302308A-3E14-AC11-FCA9-9BA21304EFDF}"/>
              </a:ext>
            </a:extLst>
          </p:cNvPr>
          <p:cNvGrpSpPr/>
          <p:nvPr/>
        </p:nvGrpSpPr>
        <p:grpSpPr>
          <a:xfrm>
            <a:off x="7398185" y="1057486"/>
            <a:ext cx="1097293" cy="1470385"/>
            <a:chOff x="7331725" y="1600325"/>
            <a:chExt cx="1097293" cy="1470385"/>
          </a:xfrm>
        </p:grpSpPr>
        <p:sp>
          <p:nvSpPr>
            <p:cNvPr id="19" name="Google Shape;1299;p53">
              <a:extLst>
                <a:ext uri="{FF2B5EF4-FFF2-40B4-BE49-F238E27FC236}">
                  <a16:creationId xmlns:a16="http://schemas.microsoft.com/office/drawing/2014/main" id="{CFD2EFB9-AF34-B592-811A-70460EFF4AC9}"/>
                </a:ext>
              </a:extLst>
            </p:cNvPr>
            <p:cNvSpPr/>
            <p:nvPr/>
          </p:nvSpPr>
          <p:spPr>
            <a:xfrm>
              <a:off x="7331725" y="1600325"/>
              <a:ext cx="1097293" cy="1470385"/>
            </a:xfrm>
            <a:custGeom>
              <a:avLst/>
              <a:gdLst/>
              <a:ahLst/>
              <a:cxnLst/>
              <a:rect l="l" t="t" r="r" b="b"/>
              <a:pathLst>
                <a:path w="24806" h="33293" extrusionOk="0">
                  <a:moveTo>
                    <a:pt x="4464" y="18073"/>
                  </a:moveTo>
                  <a:lnTo>
                    <a:pt x="4464" y="18073"/>
                  </a:lnTo>
                  <a:cubicBezTo>
                    <a:pt x="1" y="11659"/>
                    <a:pt x="4610" y="2878"/>
                    <a:pt x="12415" y="2878"/>
                  </a:cubicBezTo>
                  <a:cubicBezTo>
                    <a:pt x="20220" y="2878"/>
                    <a:pt x="24805" y="11659"/>
                    <a:pt x="20342" y="18073"/>
                  </a:cubicBezTo>
                  <a:lnTo>
                    <a:pt x="20342" y="18073"/>
                  </a:lnTo>
                  <a:cubicBezTo>
                    <a:pt x="19634" y="19220"/>
                    <a:pt x="18147" y="21683"/>
                    <a:pt x="17927" y="23024"/>
                  </a:cubicBezTo>
                  <a:cubicBezTo>
                    <a:pt x="17854" y="23512"/>
                    <a:pt x="17830" y="24000"/>
                    <a:pt x="17805" y="24512"/>
                  </a:cubicBezTo>
                  <a:cubicBezTo>
                    <a:pt x="17781" y="25415"/>
                    <a:pt x="17732" y="26097"/>
                    <a:pt x="17171" y="26463"/>
                  </a:cubicBezTo>
                  <a:lnTo>
                    <a:pt x="17269" y="26536"/>
                  </a:lnTo>
                  <a:cubicBezTo>
                    <a:pt x="17830" y="27097"/>
                    <a:pt x="17537" y="28049"/>
                    <a:pt x="16756" y="28244"/>
                  </a:cubicBezTo>
                  <a:cubicBezTo>
                    <a:pt x="16903" y="28415"/>
                    <a:pt x="17000" y="28634"/>
                    <a:pt x="17000" y="28878"/>
                  </a:cubicBezTo>
                  <a:cubicBezTo>
                    <a:pt x="17000" y="29414"/>
                    <a:pt x="16537" y="29878"/>
                    <a:pt x="15976" y="29878"/>
                  </a:cubicBezTo>
                  <a:lnTo>
                    <a:pt x="15830" y="29878"/>
                  </a:lnTo>
                  <a:cubicBezTo>
                    <a:pt x="15976" y="30049"/>
                    <a:pt x="16049" y="30268"/>
                    <a:pt x="16049" y="30488"/>
                  </a:cubicBezTo>
                  <a:cubicBezTo>
                    <a:pt x="16049" y="31049"/>
                    <a:pt x="15586" y="31488"/>
                    <a:pt x="15049" y="31512"/>
                  </a:cubicBezTo>
                  <a:lnTo>
                    <a:pt x="14537" y="31512"/>
                  </a:lnTo>
                  <a:cubicBezTo>
                    <a:pt x="14488" y="31927"/>
                    <a:pt x="14269" y="32317"/>
                    <a:pt x="13927" y="32610"/>
                  </a:cubicBezTo>
                  <a:cubicBezTo>
                    <a:pt x="13025" y="33292"/>
                    <a:pt x="11781" y="33292"/>
                    <a:pt x="10903" y="32610"/>
                  </a:cubicBezTo>
                  <a:cubicBezTo>
                    <a:pt x="10562" y="32317"/>
                    <a:pt x="10342" y="31927"/>
                    <a:pt x="10269" y="31512"/>
                  </a:cubicBezTo>
                  <a:lnTo>
                    <a:pt x="9781" y="31512"/>
                  </a:lnTo>
                  <a:cubicBezTo>
                    <a:pt x="8952" y="31512"/>
                    <a:pt x="8464" y="30536"/>
                    <a:pt x="8976" y="29878"/>
                  </a:cubicBezTo>
                  <a:lnTo>
                    <a:pt x="8830" y="29878"/>
                  </a:lnTo>
                  <a:cubicBezTo>
                    <a:pt x="7976" y="29878"/>
                    <a:pt x="7513" y="28902"/>
                    <a:pt x="8049" y="28244"/>
                  </a:cubicBezTo>
                  <a:cubicBezTo>
                    <a:pt x="7854" y="28195"/>
                    <a:pt x="7684" y="28097"/>
                    <a:pt x="7562" y="27951"/>
                  </a:cubicBezTo>
                  <a:cubicBezTo>
                    <a:pt x="7171" y="27561"/>
                    <a:pt x="7171" y="26927"/>
                    <a:pt x="7562" y="26536"/>
                  </a:cubicBezTo>
                  <a:lnTo>
                    <a:pt x="7635" y="26463"/>
                  </a:lnTo>
                  <a:cubicBezTo>
                    <a:pt x="7074" y="26122"/>
                    <a:pt x="7049" y="25439"/>
                    <a:pt x="7001" y="24512"/>
                  </a:cubicBezTo>
                  <a:cubicBezTo>
                    <a:pt x="7001" y="24000"/>
                    <a:pt x="6952" y="23512"/>
                    <a:pt x="6879" y="23024"/>
                  </a:cubicBezTo>
                  <a:cubicBezTo>
                    <a:pt x="6659" y="21659"/>
                    <a:pt x="5196" y="19195"/>
                    <a:pt x="4464" y="18049"/>
                  </a:cubicBezTo>
                  <a:close/>
                  <a:moveTo>
                    <a:pt x="12488" y="1269"/>
                  </a:moveTo>
                  <a:cubicBezTo>
                    <a:pt x="12488" y="1537"/>
                    <a:pt x="12098" y="1537"/>
                    <a:pt x="12098" y="1269"/>
                  </a:cubicBezTo>
                  <a:lnTo>
                    <a:pt x="12098" y="269"/>
                  </a:lnTo>
                  <a:cubicBezTo>
                    <a:pt x="12098" y="1"/>
                    <a:pt x="12488" y="1"/>
                    <a:pt x="12488" y="269"/>
                  </a:cubicBezTo>
                  <a:close/>
                  <a:moveTo>
                    <a:pt x="6976" y="2708"/>
                  </a:moveTo>
                  <a:lnTo>
                    <a:pt x="6464" y="1830"/>
                  </a:lnTo>
                  <a:cubicBezTo>
                    <a:pt x="6318" y="1586"/>
                    <a:pt x="5976" y="1781"/>
                    <a:pt x="6123" y="2025"/>
                  </a:cubicBezTo>
                  <a:lnTo>
                    <a:pt x="6635" y="2903"/>
                  </a:lnTo>
                  <a:cubicBezTo>
                    <a:pt x="6757" y="3122"/>
                    <a:pt x="7098" y="2927"/>
                    <a:pt x="6976" y="2708"/>
                  </a:cubicBezTo>
                  <a:close/>
                  <a:moveTo>
                    <a:pt x="2903" y="6708"/>
                  </a:moveTo>
                  <a:lnTo>
                    <a:pt x="2025" y="6220"/>
                  </a:lnTo>
                  <a:cubicBezTo>
                    <a:pt x="1928" y="6147"/>
                    <a:pt x="1806" y="6195"/>
                    <a:pt x="1757" y="6293"/>
                  </a:cubicBezTo>
                  <a:cubicBezTo>
                    <a:pt x="1684" y="6366"/>
                    <a:pt x="1732" y="6488"/>
                    <a:pt x="1830" y="6561"/>
                  </a:cubicBezTo>
                  <a:lnTo>
                    <a:pt x="2708" y="7074"/>
                  </a:lnTo>
                  <a:cubicBezTo>
                    <a:pt x="2806" y="7122"/>
                    <a:pt x="2928" y="7074"/>
                    <a:pt x="2976" y="6976"/>
                  </a:cubicBezTo>
                  <a:cubicBezTo>
                    <a:pt x="3025" y="6903"/>
                    <a:pt x="3001" y="6781"/>
                    <a:pt x="2903" y="6708"/>
                  </a:cubicBezTo>
                  <a:close/>
                  <a:moveTo>
                    <a:pt x="1367" y="12195"/>
                  </a:moveTo>
                  <a:cubicBezTo>
                    <a:pt x="1489" y="12195"/>
                    <a:pt x="1586" y="12269"/>
                    <a:pt x="1586" y="12390"/>
                  </a:cubicBezTo>
                  <a:cubicBezTo>
                    <a:pt x="1586" y="12512"/>
                    <a:pt x="1489" y="12586"/>
                    <a:pt x="1367" y="12586"/>
                  </a:cubicBezTo>
                  <a:lnTo>
                    <a:pt x="367" y="12586"/>
                  </a:lnTo>
                  <a:cubicBezTo>
                    <a:pt x="245" y="12586"/>
                    <a:pt x="171" y="12512"/>
                    <a:pt x="171" y="12390"/>
                  </a:cubicBezTo>
                  <a:cubicBezTo>
                    <a:pt x="171" y="12293"/>
                    <a:pt x="245" y="12195"/>
                    <a:pt x="367" y="12195"/>
                  </a:cubicBezTo>
                  <a:close/>
                  <a:moveTo>
                    <a:pt x="18000" y="2781"/>
                  </a:moveTo>
                  <a:lnTo>
                    <a:pt x="18513" y="1903"/>
                  </a:lnTo>
                  <a:cubicBezTo>
                    <a:pt x="18635" y="1683"/>
                    <a:pt x="18293" y="1464"/>
                    <a:pt x="18147" y="1708"/>
                  </a:cubicBezTo>
                  <a:lnTo>
                    <a:pt x="17659" y="2586"/>
                  </a:lnTo>
                  <a:cubicBezTo>
                    <a:pt x="17513" y="2805"/>
                    <a:pt x="17854" y="3000"/>
                    <a:pt x="18000" y="2781"/>
                  </a:cubicBezTo>
                  <a:close/>
                  <a:moveTo>
                    <a:pt x="22000" y="6854"/>
                  </a:moveTo>
                  <a:lnTo>
                    <a:pt x="22878" y="6342"/>
                  </a:lnTo>
                  <a:cubicBezTo>
                    <a:pt x="23098" y="6220"/>
                    <a:pt x="22903" y="5854"/>
                    <a:pt x="22683" y="6000"/>
                  </a:cubicBezTo>
                  <a:lnTo>
                    <a:pt x="21805" y="6513"/>
                  </a:lnTo>
                  <a:cubicBezTo>
                    <a:pt x="21561" y="6659"/>
                    <a:pt x="21756" y="7000"/>
                    <a:pt x="22000" y="6854"/>
                  </a:cubicBezTo>
                  <a:close/>
                  <a:moveTo>
                    <a:pt x="23439" y="12366"/>
                  </a:moveTo>
                  <a:cubicBezTo>
                    <a:pt x="23317" y="12366"/>
                    <a:pt x="23220" y="12293"/>
                    <a:pt x="23220" y="12171"/>
                  </a:cubicBezTo>
                  <a:cubicBezTo>
                    <a:pt x="23220" y="12073"/>
                    <a:pt x="23317" y="11976"/>
                    <a:pt x="23439" y="11976"/>
                  </a:cubicBezTo>
                  <a:lnTo>
                    <a:pt x="24439" y="11976"/>
                  </a:lnTo>
                  <a:cubicBezTo>
                    <a:pt x="24561" y="11976"/>
                    <a:pt x="24634" y="12073"/>
                    <a:pt x="24634" y="12171"/>
                  </a:cubicBezTo>
                  <a:cubicBezTo>
                    <a:pt x="24634" y="12293"/>
                    <a:pt x="24561" y="12366"/>
                    <a:pt x="24439" y="123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300;p53">
              <a:extLst>
                <a:ext uri="{FF2B5EF4-FFF2-40B4-BE49-F238E27FC236}">
                  <a16:creationId xmlns:a16="http://schemas.microsoft.com/office/drawing/2014/main" id="{B161DCD4-DF5D-C813-E8C3-7F5D32413C0A}"/>
                </a:ext>
              </a:extLst>
            </p:cNvPr>
            <p:cNvSpPr/>
            <p:nvPr/>
          </p:nvSpPr>
          <p:spPr>
            <a:xfrm>
              <a:off x="7331725" y="1600325"/>
              <a:ext cx="1097293" cy="1470385"/>
            </a:xfrm>
            <a:custGeom>
              <a:avLst/>
              <a:gdLst/>
              <a:ahLst/>
              <a:cxnLst/>
              <a:rect l="l" t="t" r="r" b="b"/>
              <a:pathLst>
                <a:path w="24806" h="33293" extrusionOk="0">
                  <a:moveTo>
                    <a:pt x="10757" y="26244"/>
                  </a:moveTo>
                  <a:lnTo>
                    <a:pt x="10757" y="20342"/>
                  </a:lnTo>
                  <a:lnTo>
                    <a:pt x="10757" y="20098"/>
                  </a:lnTo>
                  <a:cubicBezTo>
                    <a:pt x="10635" y="20073"/>
                    <a:pt x="10488" y="20024"/>
                    <a:pt x="10391" y="20000"/>
                  </a:cubicBezTo>
                  <a:cubicBezTo>
                    <a:pt x="9952" y="19878"/>
                    <a:pt x="9562" y="19659"/>
                    <a:pt x="9220" y="19390"/>
                  </a:cubicBezTo>
                  <a:cubicBezTo>
                    <a:pt x="8952" y="19171"/>
                    <a:pt x="8781" y="18878"/>
                    <a:pt x="8757" y="18537"/>
                  </a:cubicBezTo>
                  <a:cubicBezTo>
                    <a:pt x="8757" y="18439"/>
                    <a:pt x="8781" y="18366"/>
                    <a:pt x="8805" y="18293"/>
                  </a:cubicBezTo>
                  <a:cubicBezTo>
                    <a:pt x="8879" y="18024"/>
                    <a:pt x="9074" y="17829"/>
                    <a:pt x="9318" y="17756"/>
                  </a:cubicBezTo>
                  <a:cubicBezTo>
                    <a:pt x="9488" y="17707"/>
                    <a:pt x="9683" y="17707"/>
                    <a:pt x="9879" y="17756"/>
                  </a:cubicBezTo>
                  <a:cubicBezTo>
                    <a:pt x="10098" y="17829"/>
                    <a:pt x="10293" y="17927"/>
                    <a:pt x="10440" y="18098"/>
                  </a:cubicBezTo>
                  <a:cubicBezTo>
                    <a:pt x="10879" y="18561"/>
                    <a:pt x="11122" y="19146"/>
                    <a:pt x="11147" y="19781"/>
                  </a:cubicBezTo>
                  <a:cubicBezTo>
                    <a:pt x="11976" y="19927"/>
                    <a:pt x="12830" y="19927"/>
                    <a:pt x="13683" y="19781"/>
                  </a:cubicBezTo>
                  <a:cubicBezTo>
                    <a:pt x="13708" y="19146"/>
                    <a:pt x="13952" y="18561"/>
                    <a:pt x="14366" y="18098"/>
                  </a:cubicBezTo>
                  <a:cubicBezTo>
                    <a:pt x="14537" y="17927"/>
                    <a:pt x="14732" y="17829"/>
                    <a:pt x="14927" y="17756"/>
                  </a:cubicBezTo>
                  <a:cubicBezTo>
                    <a:pt x="15122" y="17707"/>
                    <a:pt x="15317" y="17707"/>
                    <a:pt x="15513" y="17756"/>
                  </a:cubicBezTo>
                  <a:cubicBezTo>
                    <a:pt x="15757" y="17829"/>
                    <a:pt x="15952" y="18024"/>
                    <a:pt x="16025" y="18293"/>
                  </a:cubicBezTo>
                  <a:cubicBezTo>
                    <a:pt x="16049" y="18366"/>
                    <a:pt x="16049" y="18439"/>
                    <a:pt x="16049" y="18537"/>
                  </a:cubicBezTo>
                  <a:cubicBezTo>
                    <a:pt x="16049" y="18878"/>
                    <a:pt x="15878" y="19171"/>
                    <a:pt x="15610" y="19390"/>
                  </a:cubicBezTo>
                  <a:cubicBezTo>
                    <a:pt x="15244" y="19659"/>
                    <a:pt x="14854" y="19878"/>
                    <a:pt x="14439" y="20000"/>
                  </a:cubicBezTo>
                  <a:cubicBezTo>
                    <a:pt x="14318" y="20024"/>
                    <a:pt x="14196" y="20073"/>
                    <a:pt x="14049" y="20098"/>
                  </a:cubicBezTo>
                  <a:lnTo>
                    <a:pt x="14049" y="20342"/>
                  </a:lnTo>
                  <a:lnTo>
                    <a:pt x="14049" y="26244"/>
                  </a:lnTo>
                  <a:lnTo>
                    <a:pt x="16561" y="26244"/>
                  </a:lnTo>
                  <a:lnTo>
                    <a:pt x="16659" y="26244"/>
                  </a:lnTo>
                  <a:cubicBezTo>
                    <a:pt x="17342" y="26073"/>
                    <a:pt x="17366" y="25415"/>
                    <a:pt x="17415" y="24488"/>
                  </a:cubicBezTo>
                  <a:cubicBezTo>
                    <a:pt x="17439" y="23976"/>
                    <a:pt x="17464" y="23463"/>
                    <a:pt x="17537" y="22976"/>
                  </a:cubicBezTo>
                  <a:cubicBezTo>
                    <a:pt x="17781" y="21561"/>
                    <a:pt x="19293" y="19024"/>
                    <a:pt x="20025" y="17854"/>
                  </a:cubicBezTo>
                  <a:lnTo>
                    <a:pt x="20025" y="17829"/>
                  </a:lnTo>
                  <a:lnTo>
                    <a:pt x="20025" y="17829"/>
                  </a:lnTo>
                  <a:cubicBezTo>
                    <a:pt x="20220" y="17512"/>
                    <a:pt x="20366" y="17293"/>
                    <a:pt x="20391" y="17220"/>
                  </a:cubicBezTo>
                  <a:cubicBezTo>
                    <a:pt x="20756" y="16610"/>
                    <a:pt x="21049" y="15976"/>
                    <a:pt x="21244" y="15293"/>
                  </a:cubicBezTo>
                  <a:cubicBezTo>
                    <a:pt x="23147" y="9342"/>
                    <a:pt x="18683" y="3244"/>
                    <a:pt x="12415" y="3244"/>
                  </a:cubicBezTo>
                  <a:cubicBezTo>
                    <a:pt x="6147" y="3244"/>
                    <a:pt x="1684" y="9342"/>
                    <a:pt x="3562" y="15293"/>
                  </a:cubicBezTo>
                  <a:cubicBezTo>
                    <a:pt x="3781" y="15976"/>
                    <a:pt x="4074" y="16610"/>
                    <a:pt x="4415" y="17220"/>
                  </a:cubicBezTo>
                  <a:cubicBezTo>
                    <a:pt x="4440" y="17268"/>
                    <a:pt x="4586" y="17488"/>
                    <a:pt x="4806" y="17829"/>
                  </a:cubicBezTo>
                  <a:lnTo>
                    <a:pt x="4806" y="17829"/>
                  </a:lnTo>
                  <a:lnTo>
                    <a:pt x="4806" y="17854"/>
                  </a:lnTo>
                  <a:cubicBezTo>
                    <a:pt x="5537" y="19024"/>
                    <a:pt x="7049" y="21561"/>
                    <a:pt x="7269" y="22976"/>
                  </a:cubicBezTo>
                  <a:cubicBezTo>
                    <a:pt x="7342" y="23463"/>
                    <a:pt x="7391" y="23976"/>
                    <a:pt x="7391" y="24488"/>
                  </a:cubicBezTo>
                  <a:cubicBezTo>
                    <a:pt x="7440" y="25415"/>
                    <a:pt x="7464" y="26073"/>
                    <a:pt x="8147" y="26244"/>
                  </a:cubicBezTo>
                  <a:lnTo>
                    <a:pt x="8269" y="26244"/>
                  </a:lnTo>
                  <a:close/>
                  <a:moveTo>
                    <a:pt x="23415" y="12390"/>
                  </a:moveTo>
                  <a:cubicBezTo>
                    <a:pt x="23317" y="12390"/>
                    <a:pt x="23220" y="12293"/>
                    <a:pt x="23220" y="12195"/>
                  </a:cubicBezTo>
                  <a:cubicBezTo>
                    <a:pt x="23220" y="12073"/>
                    <a:pt x="23317" y="11976"/>
                    <a:pt x="23415" y="12000"/>
                  </a:cubicBezTo>
                  <a:lnTo>
                    <a:pt x="24439" y="12000"/>
                  </a:lnTo>
                  <a:cubicBezTo>
                    <a:pt x="24561" y="11976"/>
                    <a:pt x="24634" y="12073"/>
                    <a:pt x="24634" y="12195"/>
                  </a:cubicBezTo>
                  <a:cubicBezTo>
                    <a:pt x="24634" y="12293"/>
                    <a:pt x="24561" y="12390"/>
                    <a:pt x="24439" y="12390"/>
                  </a:cubicBezTo>
                  <a:close/>
                  <a:moveTo>
                    <a:pt x="22000" y="6854"/>
                  </a:moveTo>
                  <a:cubicBezTo>
                    <a:pt x="21756" y="7000"/>
                    <a:pt x="21561" y="6659"/>
                    <a:pt x="21805" y="6513"/>
                  </a:cubicBezTo>
                  <a:lnTo>
                    <a:pt x="22683" y="6000"/>
                  </a:lnTo>
                  <a:cubicBezTo>
                    <a:pt x="22903" y="5878"/>
                    <a:pt x="23098" y="6220"/>
                    <a:pt x="22878" y="6366"/>
                  </a:cubicBezTo>
                  <a:close/>
                  <a:moveTo>
                    <a:pt x="18000" y="2781"/>
                  </a:moveTo>
                  <a:cubicBezTo>
                    <a:pt x="17854" y="3025"/>
                    <a:pt x="17513" y="2830"/>
                    <a:pt x="17659" y="2586"/>
                  </a:cubicBezTo>
                  <a:lnTo>
                    <a:pt x="18147" y="1708"/>
                  </a:lnTo>
                  <a:cubicBezTo>
                    <a:pt x="18293" y="1488"/>
                    <a:pt x="18635" y="1683"/>
                    <a:pt x="18513" y="1927"/>
                  </a:cubicBezTo>
                  <a:close/>
                  <a:moveTo>
                    <a:pt x="1367" y="12195"/>
                  </a:moveTo>
                  <a:cubicBezTo>
                    <a:pt x="1489" y="12195"/>
                    <a:pt x="1586" y="12293"/>
                    <a:pt x="1586" y="12415"/>
                  </a:cubicBezTo>
                  <a:cubicBezTo>
                    <a:pt x="1586" y="12512"/>
                    <a:pt x="1489" y="12610"/>
                    <a:pt x="1367" y="12610"/>
                  </a:cubicBezTo>
                  <a:lnTo>
                    <a:pt x="367" y="12610"/>
                  </a:lnTo>
                  <a:cubicBezTo>
                    <a:pt x="245" y="12610"/>
                    <a:pt x="171" y="12512"/>
                    <a:pt x="171" y="12415"/>
                  </a:cubicBezTo>
                  <a:cubicBezTo>
                    <a:pt x="171" y="12293"/>
                    <a:pt x="245" y="12195"/>
                    <a:pt x="367" y="12195"/>
                  </a:cubicBezTo>
                  <a:close/>
                  <a:moveTo>
                    <a:pt x="2903" y="6708"/>
                  </a:moveTo>
                  <a:cubicBezTo>
                    <a:pt x="3001" y="6781"/>
                    <a:pt x="3025" y="6903"/>
                    <a:pt x="2976" y="6976"/>
                  </a:cubicBezTo>
                  <a:cubicBezTo>
                    <a:pt x="2928" y="7074"/>
                    <a:pt x="2806" y="7122"/>
                    <a:pt x="2708" y="7074"/>
                  </a:cubicBezTo>
                  <a:lnTo>
                    <a:pt x="1830" y="6561"/>
                  </a:lnTo>
                  <a:cubicBezTo>
                    <a:pt x="1732" y="6488"/>
                    <a:pt x="1684" y="6366"/>
                    <a:pt x="1757" y="6293"/>
                  </a:cubicBezTo>
                  <a:cubicBezTo>
                    <a:pt x="1806" y="6195"/>
                    <a:pt x="1928" y="6147"/>
                    <a:pt x="2025" y="6220"/>
                  </a:cubicBezTo>
                  <a:close/>
                  <a:moveTo>
                    <a:pt x="6976" y="2708"/>
                  </a:moveTo>
                  <a:cubicBezTo>
                    <a:pt x="7098" y="2952"/>
                    <a:pt x="6757" y="3147"/>
                    <a:pt x="6635" y="2927"/>
                  </a:cubicBezTo>
                  <a:lnTo>
                    <a:pt x="6123" y="2025"/>
                  </a:lnTo>
                  <a:cubicBezTo>
                    <a:pt x="5976" y="1805"/>
                    <a:pt x="6318" y="1610"/>
                    <a:pt x="6464" y="1830"/>
                  </a:cubicBezTo>
                  <a:close/>
                  <a:moveTo>
                    <a:pt x="12488" y="1293"/>
                  </a:moveTo>
                  <a:cubicBezTo>
                    <a:pt x="12488" y="1537"/>
                    <a:pt x="12098" y="1537"/>
                    <a:pt x="12098" y="1293"/>
                  </a:cubicBezTo>
                  <a:lnTo>
                    <a:pt x="12098" y="269"/>
                  </a:lnTo>
                  <a:cubicBezTo>
                    <a:pt x="12098" y="1"/>
                    <a:pt x="12488" y="1"/>
                    <a:pt x="12488" y="269"/>
                  </a:cubicBezTo>
                  <a:close/>
                  <a:moveTo>
                    <a:pt x="4464" y="18073"/>
                  </a:moveTo>
                  <a:lnTo>
                    <a:pt x="4464" y="18073"/>
                  </a:lnTo>
                  <a:cubicBezTo>
                    <a:pt x="1" y="11659"/>
                    <a:pt x="4610" y="2878"/>
                    <a:pt x="12415" y="2878"/>
                  </a:cubicBezTo>
                  <a:cubicBezTo>
                    <a:pt x="20220" y="2878"/>
                    <a:pt x="24805" y="11659"/>
                    <a:pt x="20342" y="18073"/>
                  </a:cubicBezTo>
                  <a:lnTo>
                    <a:pt x="20342" y="18073"/>
                  </a:lnTo>
                  <a:cubicBezTo>
                    <a:pt x="19634" y="19220"/>
                    <a:pt x="18147" y="21683"/>
                    <a:pt x="17927" y="23024"/>
                  </a:cubicBezTo>
                  <a:cubicBezTo>
                    <a:pt x="17854" y="23512"/>
                    <a:pt x="17830" y="24000"/>
                    <a:pt x="17805" y="24512"/>
                  </a:cubicBezTo>
                  <a:cubicBezTo>
                    <a:pt x="17781" y="25415"/>
                    <a:pt x="17732" y="26097"/>
                    <a:pt x="17171" y="26463"/>
                  </a:cubicBezTo>
                  <a:lnTo>
                    <a:pt x="17269" y="26536"/>
                  </a:lnTo>
                  <a:cubicBezTo>
                    <a:pt x="17830" y="27097"/>
                    <a:pt x="17537" y="28049"/>
                    <a:pt x="16756" y="28244"/>
                  </a:cubicBezTo>
                  <a:cubicBezTo>
                    <a:pt x="16903" y="28415"/>
                    <a:pt x="17000" y="28634"/>
                    <a:pt x="17000" y="28878"/>
                  </a:cubicBezTo>
                  <a:cubicBezTo>
                    <a:pt x="17000" y="29414"/>
                    <a:pt x="16537" y="29878"/>
                    <a:pt x="15976" y="29878"/>
                  </a:cubicBezTo>
                  <a:lnTo>
                    <a:pt x="15830" y="29878"/>
                  </a:lnTo>
                  <a:cubicBezTo>
                    <a:pt x="15976" y="30049"/>
                    <a:pt x="16049" y="30268"/>
                    <a:pt x="16049" y="30488"/>
                  </a:cubicBezTo>
                  <a:cubicBezTo>
                    <a:pt x="16049" y="31049"/>
                    <a:pt x="15586" y="31488"/>
                    <a:pt x="15049" y="31512"/>
                  </a:cubicBezTo>
                  <a:lnTo>
                    <a:pt x="14537" y="31512"/>
                  </a:lnTo>
                  <a:cubicBezTo>
                    <a:pt x="14488" y="31927"/>
                    <a:pt x="14269" y="32317"/>
                    <a:pt x="13927" y="32610"/>
                  </a:cubicBezTo>
                  <a:cubicBezTo>
                    <a:pt x="13025" y="33292"/>
                    <a:pt x="11781" y="33292"/>
                    <a:pt x="10903" y="32610"/>
                  </a:cubicBezTo>
                  <a:cubicBezTo>
                    <a:pt x="10562" y="32317"/>
                    <a:pt x="10342" y="31927"/>
                    <a:pt x="10269" y="31512"/>
                  </a:cubicBezTo>
                  <a:lnTo>
                    <a:pt x="9781" y="31512"/>
                  </a:lnTo>
                  <a:cubicBezTo>
                    <a:pt x="8952" y="31512"/>
                    <a:pt x="8464" y="30536"/>
                    <a:pt x="8976" y="29878"/>
                  </a:cubicBezTo>
                  <a:lnTo>
                    <a:pt x="8830" y="29878"/>
                  </a:lnTo>
                  <a:cubicBezTo>
                    <a:pt x="7976" y="29878"/>
                    <a:pt x="7513" y="28902"/>
                    <a:pt x="8049" y="28244"/>
                  </a:cubicBezTo>
                  <a:cubicBezTo>
                    <a:pt x="7854" y="28195"/>
                    <a:pt x="7684" y="28097"/>
                    <a:pt x="7562" y="27951"/>
                  </a:cubicBezTo>
                  <a:cubicBezTo>
                    <a:pt x="7171" y="27561"/>
                    <a:pt x="7171" y="26927"/>
                    <a:pt x="7562" y="26536"/>
                  </a:cubicBezTo>
                  <a:lnTo>
                    <a:pt x="7635" y="26463"/>
                  </a:lnTo>
                  <a:cubicBezTo>
                    <a:pt x="7074" y="26122"/>
                    <a:pt x="7049" y="25439"/>
                    <a:pt x="7001" y="24512"/>
                  </a:cubicBezTo>
                  <a:cubicBezTo>
                    <a:pt x="7001" y="24000"/>
                    <a:pt x="6952" y="23512"/>
                    <a:pt x="6879" y="23024"/>
                  </a:cubicBezTo>
                  <a:cubicBezTo>
                    <a:pt x="6659" y="21659"/>
                    <a:pt x="5196" y="19195"/>
                    <a:pt x="4464" y="18049"/>
                  </a:cubicBezTo>
                  <a:close/>
                  <a:moveTo>
                    <a:pt x="14147" y="31512"/>
                  </a:moveTo>
                  <a:lnTo>
                    <a:pt x="10659" y="31512"/>
                  </a:lnTo>
                  <a:cubicBezTo>
                    <a:pt x="10732" y="31829"/>
                    <a:pt x="10903" y="32122"/>
                    <a:pt x="11147" y="32317"/>
                  </a:cubicBezTo>
                  <a:cubicBezTo>
                    <a:pt x="11879" y="32878"/>
                    <a:pt x="12927" y="32878"/>
                    <a:pt x="13659" y="32317"/>
                  </a:cubicBezTo>
                  <a:cubicBezTo>
                    <a:pt x="13903" y="32122"/>
                    <a:pt x="14098" y="31829"/>
                    <a:pt x="14147" y="31512"/>
                  </a:cubicBezTo>
                  <a:close/>
                  <a:moveTo>
                    <a:pt x="15049" y="29902"/>
                  </a:moveTo>
                  <a:lnTo>
                    <a:pt x="9781" y="29902"/>
                  </a:lnTo>
                  <a:cubicBezTo>
                    <a:pt x="8952" y="29902"/>
                    <a:pt x="8952" y="31122"/>
                    <a:pt x="9781" y="31122"/>
                  </a:cubicBezTo>
                  <a:lnTo>
                    <a:pt x="15025" y="31122"/>
                  </a:lnTo>
                  <a:cubicBezTo>
                    <a:pt x="15196" y="31122"/>
                    <a:pt x="15342" y="31049"/>
                    <a:pt x="15464" y="30927"/>
                  </a:cubicBezTo>
                  <a:cubicBezTo>
                    <a:pt x="15586" y="30829"/>
                    <a:pt x="15635" y="30658"/>
                    <a:pt x="15635" y="30512"/>
                  </a:cubicBezTo>
                  <a:cubicBezTo>
                    <a:pt x="15635" y="30171"/>
                    <a:pt x="15366" y="29902"/>
                    <a:pt x="15025" y="29902"/>
                  </a:cubicBezTo>
                  <a:close/>
                  <a:moveTo>
                    <a:pt x="15976" y="28268"/>
                  </a:moveTo>
                  <a:lnTo>
                    <a:pt x="8830" y="28268"/>
                  </a:lnTo>
                  <a:cubicBezTo>
                    <a:pt x="8488" y="28268"/>
                    <a:pt x="8220" y="28536"/>
                    <a:pt x="8220" y="28878"/>
                  </a:cubicBezTo>
                  <a:cubicBezTo>
                    <a:pt x="8220" y="29219"/>
                    <a:pt x="8488" y="29488"/>
                    <a:pt x="8830" y="29488"/>
                  </a:cubicBezTo>
                  <a:lnTo>
                    <a:pt x="15976" y="29488"/>
                  </a:lnTo>
                  <a:cubicBezTo>
                    <a:pt x="16317" y="29488"/>
                    <a:pt x="16586" y="29219"/>
                    <a:pt x="16586" y="28878"/>
                  </a:cubicBezTo>
                  <a:cubicBezTo>
                    <a:pt x="16586" y="28536"/>
                    <a:pt x="16317" y="28268"/>
                    <a:pt x="15976" y="28268"/>
                  </a:cubicBezTo>
                  <a:close/>
                  <a:moveTo>
                    <a:pt x="13659" y="26244"/>
                  </a:moveTo>
                  <a:lnTo>
                    <a:pt x="11171" y="26244"/>
                  </a:lnTo>
                  <a:lnTo>
                    <a:pt x="11171" y="20342"/>
                  </a:lnTo>
                  <a:lnTo>
                    <a:pt x="11171" y="20171"/>
                  </a:lnTo>
                  <a:cubicBezTo>
                    <a:pt x="12000" y="20317"/>
                    <a:pt x="12830" y="20317"/>
                    <a:pt x="13659" y="20171"/>
                  </a:cubicBezTo>
                  <a:lnTo>
                    <a:pt x="13659" y="20342"/>
                  </a:lnTo>
                  <a:lnTo>
                    <a:pt x="13659" y="26244"/>
                  </a:lnTo>
                  <a:close/>
                  <a:moveTo>
                    <a:pt x="16561" y="26658"/>
                  </a:moveTo>
                  <a:lnTo>
                    <a:pt x="8269" y="26658"/>
                  </a:lnTo>
                  <a:cubicBezTo>
                    <a:pt x="8098" y="26658"/>
                    <a:pt x="7952" y="26707"/>
                    <a:pt x="7830" y="26829"/>
                  </a:cubicBezTo>
                  <a:cubicBezTo>
                    <a:pt x="7708" y="26951"/>
                    <a:pt x="7659" y="27097"/>
                    <a:pt x="7659" y="27268"/>
                  </a:cubicBezTo>
                  <a:cubicBezTo>
                    <a:pt x="7659" y="27415"/>
                    <a:pt x="7708" y="27585"/>
                    <a:pt x="7830" y="27707"/>
                  </a:cubicBezTo>
                  <a:cubicBezTo>
                    <a:pt x="7952" y="27805"/>
                    <a:pt x="8098" y="27878"/>
                    <a:pt x="8269" y="27878"/>
                  </a:cubicBezTo>
                  <a:lnTo>
                    <a:pt x="16537" y="27878"/>
                  </a:lnTo>
                  <a:cubicBezTo>
                    <a:pt x="16708" y="27878"/>
                    <a:pt x="16854" y="27805"/>
                    <a:pt x="16976" y="27707"/>
                  </a:cubicBezTo>
                  <a:cubicBezTo>
                    <a:pt x="17074" y="27585"/>
                    <a:pt x="17147" y="27415"/>
                    <a:pt x="17147" y="27268"/>
                  </a:cubicBezTo>
                  <a:cubicBezTo>
                    <a:pt x="17147" y="27097"/>
                    <a:pt x="17074" y="26951"/>
                    <a:pt x="16976" y="26829"/>
                  </a:cubicBezTo>
                  <a:cubicBezTo>
                    <a:pt x="16854" y="26707"/>
                    <a:pt x="16708" y="26658"/>
                    <a:pt x="16537" y="26658"/>
                  </a:cubicBezTo>
                  <a:close/>
                  <a:moveTo>
                    <a:pt x="14659" y="18390"/>
                  </a:moveTo>
                  <a:cubicBezTo>
                    <a:pt x="14757" y="18268"/>
                    <a:pt x="14903" y="18195"/>
                    <a:pt x="15049" y="18146"/>
                  </a:cubicBezTo>
                  <a:cubicBezTo>
                    <a:pt x="15147" y="18122"/>
                    <a:pt x="15269" y="18122"/>
                    <a:pt x="15391" y="18146"/>
                  </a:cubicBezTo>
                  <a:cubicBezTo>
                    <a:pt x="15513" y="18195"/>
                    <a:pt x="15610" y="18293"/>
                    <a:pt x="15635" y="18415"/>
                  </a:cubicBezTo>
                  <a:cubicBezTo>
                    <a:pt x="15659" y="18464"/>
                    <a:pt x="15659" y="18512"/>
                    <a:pt x="15659" y="18537"/>
                  </a:cubicBezTo>
                  <a:cubicBezTo>
                    <a:pt x="15635" y="18756"/>
                    <a:pt x="15537" y="18976"/>
                    <a:pt x="15342" y="19098"/>
                  </a:cubicBezTo>
                  <a:cubicBezTo>
                    <a:pt x="15049" y="19342"/>
                    <a:pt x="14708" y="19512"/>
                    <a:pt x="14318" y="19634"/>
                  </a:cubicBezTo>
                  <a:lnTo>
                    <a:pt x="14098" y="19683"/>
                  </a:lnTo>
                  <a:cubicBezTo>
                    <a:pt x="14122" y="19195"/>
                    <a:pt x="14318" y="18756"/>
                    <a:pt x="14659" y="18390"/>
                  </a:cubicBezTo>
                  <a:close/>
                  <a:moveTo>
                    <a:pt x="10732" y="19683"/>
                  </a:moveTo>
                  <a:lnTo>
                    <a:pt x="10488" y="19634"/>
                  </a:lnTo>
                  <a:cubicBezTo>
                    <a:pt x="10122" y="19512"/>
                    <a:pt x="9781" y="19342"/>
                    <a:pt x="9464" y="19098"/>
                  </a:cubicBezTo>
                  <a:cubicBezTo>
                    <a:pt x="9293" y="18976"/>
                    <a:pt x="9196" y="18756"/>
                    <a:pt x="9171" y="18561"/>
                  </a:cubicBezTo>
                  <a:cubicBezTo>
                    <a:pt x="9171" y="18512"/>
                    <a:pt x="9171" y="18464"/>
                    <a:pt x="9196" y="18415"/>
                  </a:cubicBezTo>
                  <a:cubicBezTo>
                    <a:pt x="9220" y="18293"/>
                    <a:pt x="9318" y="18195"/>
                    <a:pt x="9440" y="18171"/>
                  </a:cubicBezTo>
                  <a:cubicBezTo>
                    <a:pt x="9562" y="18122"/>
                    <a:pt x="9683" y="18122"/>
                    <a:pt x="9781" y="18171"/>
                  </a:cubicBezTo>
                  <a:cubicBezTo>
                    <a:pt x="9927" y="18195"/>
                    <a:pt x="10074" y="18293"/>
                    <a:pt x="10196" y="18390"/>
                  </a:cubicBezTo>
                  <a:cubicBezTo>
                    <a:pt x="10513" y="18756"/>
                    <a:pt x="10683" y="19195"/>
                    <a:pt x="10732" y="1968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301;p53">
              <a:extLst>
                <a:ext uri="{FF2B5EF4-FFF2-40B4-BE49-F238E27FC236}">
                  <a16:creationId xmlns:a16="http://schemas.microsoft.com/office/drawing/2014/main" id="{0E67DDBF-A3F2-14BA-246E-F5803AF53433}"/>
                </a:ext>
              </a:extLst>
            </p:cNvPr>
            <p:cNvSpPr/>
            <p:nvPr/>
          </p:nvSpPr>
          <p:spPr>
            <a:xfrm>
              <a:off x="7413734" y="1710211"/>
              <a:ext cx="877180" cy="1049184"/>
            </a:xfrm>
            <a:custGeom>
              <a:avLst/>
              <a:gdLst/>
              <a:ahLst/>
              <a:cxnLst/>
              <a:rect l="l" t="t" r="r" b="b"/>
              <a:pathLst>
                <a:path w="19830" h="23756" extrusionOk="0">
                  <a:moveTo>
                    <a:pt x="8878" y="17195"/>
                  </a:moveTo>
                  <a:cubicBezTo>
                    <a:pt x="8829" y="16707"/>
                    <a:pt x="8634" y="16244"/>
                    <a:pt x="8317" y="15902"/>
                  </a:cubicBezTo>
                  <a:cubicBezTo>
                    <a:pt x="8195" y="15780"/>
                    <a:pt x="8073" y="15707"/>
                    <a:pt x="7927" y="15658"/>
                  </a:cubicBezTo>
                  <a:cubicBezTo>
                    <a:pt x="7805" y="15634"/>
                    <a:pt x="7683" y="15634"/>
                    <a:pt x="7586" y="15658"/>
                  </a:cubicBezTo>
                  <a:cubicBezTo>
                    <a:pt x="7464" y="15707"/>
                    <a:pt x="7366" y="15805"/>
                    <a:pt x="7317" y="15927"/>
                  </a:cubicBezTo>
                  <a:cubicBezTo>
                    <a:pt x="7293" y="15951"/>
                    <a:pt x="7293" y="16000"/>
                    <a:pt x="7293" y="16049"/>
                  </a:cubicBezTo>
                  <a:cubicBezTo>
                    <a:pt x="7317" y="16268"/>
                    <a:pt x="7415" y="16463"/>
                    <a:pt x="7610" y="16610"/>
                  </a:cubicBezTo>
                  <a:cubicBezTo>
                    <a:pt x="7903" y="16854"/>
                    <a:pt x="8268" y="17024"/>
                    <a:pt x="8634" y="17146"/>
                  </a:cubicBezTo>
                  <a:lnTo>
                    <a:pt x="8878" y="17195"/>
                  </a:lnTo>
                  <a:close/>
                  <a:moveTo>
                    <a:pt x="11781" y="17683"/>
                  </a:moveTo>
                  <a:cubicBezTo>
                    <a:pt x="10976" y="17829"/>
                    <a:pt x="10122" y="17829"/>
                    <a:pt x="9317" y="17683"/>
                  </a:cubicBezTo>
                  <a:lnTo>
                    <a:pt x="9317" y="17854"/>
                  </a:lnTo>
                  <a:lnTo>
                    <a:pt x="9317" y="23756"/>
                  </a:lnTo>
                  <a:lnTo>
                    <a:pt x="11781" y="23756"/>
                  </a:lnTo>
                  <a:lnTo>
                    <a:pt x="11781" y="17854"/>
                  </a:lnTo>
                  <a:lnTo>
                    <a:pt x="11781" y="17683"/>
                  </a:lnTo>
                  <a:close/>
                  <a:moveTo>
                    <a:pt x="19805" y="10049"/>
                  </a:moveTo>
                  <a:cubicBezTo>
                    <a:pt x="19829" y="11000"/>
                    <a:pt x="19683" y="11927"/>
                    <a:pt x="19390" y="12829"/>
                  </a:cubicBezTo>
                  <a:cubicBezTo>
                    <a:pt x="19195" y="13488"/>
                    <a:pt x="18902" y="14146"/>
                    <a:pt x="18537" y="14756"/>
                  </a:cubicBezTo>
                  <a:cubicBezTo>
                    <a:pt x="18512" y="14780"/>
                    <a:pt x="18366" y="15000"/>
                    <a:pt x="18146" y="15366"/>
                  </a:cubicBezTo>
                  <a:lnTo>
                    <a:pt x="18146" y="15366"/>
                  </a:lnTo>
                  <a:lnTo>
                    <a:pt x="18146" y="15366"/>
                  </a:lnTo>
                  <a:cubicBezTo>
                    <a:pt x="17415" y="16536"/>
                    <a:pt x="15927" y="19073"/>
                    <a:pt x="15683" y="20488"/>
                  </a:cubicBezTo>
                  <a:cubicBezTo>
                    <a:pt x="15610" y="21000"/>
                    <a:pt x="15561" y="21488"/>
                    <a:pt x="15561" y="22000"/>
                  </a:cubicBezTo>
                  <a:cubicBezTo>
                    <a:pt x="15512" y="22951"/>
                    <a:pt x="15488" y="23585"/>
                    <a:pt x="14805" y="23756"/>
                  </a:cubicBezTo>
                  <a:lnTo>
                    <a:pt x="14707" y="23756"/>
                  </a:lnTo>
                  <a:lnTo>
                    <a:pt x="12195" y="23756"/>
                  </a:lnTo>
                  <a:lnTo>
                    <a:pt x="12195" y="17854"/>
                  </a:lnTo>
                  <a:lnTo>
                    <a:pt x="12195" y="17610"/>
                  </a:lnTo>
                  <a:cubicBezTo>
                    <a:pt x="12317" y="17585"/>
                    <a:pt x="12464" y="17536"/>
                    <a:pt x="12585" y="17512"/>
                  </a:cubicBezTo>
                  <a:cubicBezTo>
                    <a:pt x="13000" y="17390"/>
                    <a:pt x="13390" y="17171"/>
                    <a:pt x="13732" y="16902"/>
                  </a:cubicBezTo>
                  <a:cubicBezTo>
                    <a:pt x="14000" y="16683"/>
                    <a:pt x="14171" y="16390"/>
                    <a:pt x="14195" y="16049"/>
                  </a:cubicBezTo>
                  <a:cubicBezTo>
                    <a:pt x="14195" y="15951"/>
                    <a:pt x="14195" y="15878"/>
                    <a:pt x="14171" y="15805"/>
                  </a:cubicBezTo>
                  <a:cubicBezTo>
                    <a:pt x="14073" y="15536"/>
                    <a:pt x="13903" y="15341"/>
                    <a:pt x="13659" y="15268"/>
                  </a:cubicBezTo>
                  <a:cubicBezTo>
                    <a:pt x="13463" y="15219"/>
                    <a:pt x="13268" y="15219"/>
                    <a:pt x="13073" y="15268"/>
                  </a:cubicBezTo>
                  <a:cubicBezTo>
                    <a:pt x="12854" y="15341"/>
                    <a:pt x="12659" y="15439"/>
                    <a:pt x="12512" y="15610"/>
                  </a:cubicBezTo>
                  <a:cubicBezTo>
                    <a:pt x="12098" y="16073"/>
                    <a:pt x="11854" y="16658"/>
                    <a:pt x="11805" y="17293"/>
                  </a:cubicBezTo>
                  <a:cubicBezTo>
                    <a:pt x="10976" y="17439"/>
                    <a:pt x="10122" y="17439"/>
                    <a:pt x="9293" y="17293"/>
                  </a:cubicBezTo>
                  <a:cubicBezTo>
                    <a:pt x="9268" y="16658"/>
                    <a:pt x="9025" y="16073"/>
                    <a:pt x="8586" y="15610"/>
                  </a:cubicBezTo>
                  <a:cubicBezTo>
                    <a:pt x="8439" y="15439"/>
                    <a:pt x="8244" y="15341"/>
                    <a:pt x="8025" y="15268"/>
                  </a:cubicBezTo>
                  <a:cubicBezTo>
                    <a:pt x="7829" y="15219"/>
                    <a:pt x="7634" y="15219"/>
                    <a:pt x="7464" y="15268"/>
                  </a:cubicBezTo>
                  <a:cubicBezTo>
                    <a:pt x="7220" y="15341"/>
                    <a:pt x="7025" y="15536"/>
                    <a:pt x="6951" y="15805"/>
                  </a:cubicBezTo>
                  <a:cubicBezTo>
                    <a:pt x="6903" y="15878"/>
                    <a:pt x="6903" y="15951"/>
                    <a:pt x="6903" y="16049"/>
                  </a:cubicBezTo>
                  <a:cubicBezTo>
                    <a:pt x="6927" y="16390"/>
                    <a:pt x="7098" y="16683"/>
                    <a:pt x="7366" y="16902"/>
                  </a:cubicBezTo>
                  <a:cubicBezTo>
                    <a:pt x="7708" y="17171"/>
                    <a:pt x="8098" y="17390"/>
                    <a:pt x="8512" y="17512"/>
                  </a:cubicBezTo>
                  <a:cubicBezTo>
                    <a:pt x="8634" y="17536"/>
                    <a:pt x="8781" y="17585"/>
                    <a:pt x="8903" y="17610"/>
                  </a:cubicBezTo>
                  <a:lnTo>
                    <a:pt x="8903" y="17854"/>
                  </a:lnTo>
                  <a:lnTo>
                    <a:pt x="8903" y="23756"/>
                  </a:lnTo>
                  <a:lnTo>
                    <a:pt x="6415" y="23756"/>
                  </a:lnTo>
                  <a:lnTo>
                    <a:pt x="6293" y="23756"/>
                  </a:lnTo>
                  <a:cubicBezTo>
                    <a:pt x="5610" y="23585"/>
                    <a:pt x="5586" y="22927"/>
                    <a:pt x="5537" y="22000"/>
                  </a:cubicBezTo>
                  <a:cubicBezTo>
                    <a:pt x="5537" y="21488"/>
                    <a:pt x="5488" y="20975"/>
                    <a:pt x="5415" y="20488"/>
                  </a:cubicBezTo>
                  <a:cubicBezTo>
                    <a:pt x="5171" y="19073"/>
                    <a:pt x="3683" y="16536"/>
                    <a:pt x="2952" y="15366"/>
                  </a:cubicBezTo>
                  <a:lnTo>
                    <a:pt x="2952" y="15341"/>
                  </a:lnTo>
                  <a:lnTo>
                    <a:pt x="2952" y="15341"/>
                  </a:lnTo>
                  <a:cubicBezTo>
                    <a:pt x="2732" y="15024"/>
                    <a:pt x="2586" y="14805"/>
                    <a:pt x="2561" y="14732"/>
                  </a:cubicBezTo>
                  <a:cubicBezTo>
                    <a:pt x="2195" y="14122"/>
                    <a:pt x="1927" y="13488"/>
                    <a:pt x="1708" y="12805"/>
                  </a:cubicBezTo>
                  <a:cubicBezTo>
                    <a:pt x="0" y="7390"/>
                    <a:pt x="3537" y="1732"/>
                    <a:pt x="9147" y="878"/>
                  </a:cubicBezTo>
                  <a:cubicBezTo>
                    <a:pt x="14756" y="0"/>
                    <a:pt x="19829" y="4366"/>
                    <a:pt x="19829" y="10049"/>
                  </a:cubicBezTo>
                  <a:close/>
                  <a:moveTo>
                    <a:pt x="12781" y="15902"/>
                  </a:moveTo>
                  <a:cubicBezTo>
                    <a:pt x="12464" y="16244"/>
                    <a:pt x="12268" y="16707"/>
                    <a:pt x="12220" y="17195"/>
                  </a:cubicBezTo>
                  <a:lnTo>
                    <a:pt x="12464" y="17122"/>
                  </a:lnTo>
                  <a:cubicBezTo>
                    <a:pt x="12829" y="17024"/>
                    <a:pt x="13171" y="16829"/>
                    <a:pt x="13488" y="16610"/>
                  </a:cubicBezTo>
                  <a:cubicBezTo>
                    <a:pt x="13659" y="16463"/>
                    <a:pt x="13781" y="16268"/>
                    <a:pt x="13805" y="16049"/>
                  </a:cubicBezTo>
                  <a:cubicBezTo>
                    <a:pt x="13805" y="16000"/>
                    <a:pt x="13781" y="15951"/>
                    <a:pt x="13781" y="15927"/>
                  </a:cubicBezTo>
                  <a:cubicBezTo>
                    <a:pt x="13732" y="15805"/>
                    <a:pt x="13634" y="15707"/>
                    <a:pt x="13512" y="15658"/>
                  </a:cubicBezTo>
                  <a:cubicBezTo>
                    <a:pt x="13415" y="15634"/>
                    <a:pt x="13293" y="15634"/>
                    <a:pt x="13171" y="15658"/>
                  </a:cubicBezTo>
                  <a:cubicBezTo>
                    <a:pt x="13024" y="15707"/>
                    <a:pt x="12903" y="15780"/>
                    <a:pt x="12781" y="159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302;p53">
              <a:extLst>
                <a:ext uri="{FF2B5EF4-FFF2-40B4-BE49-F238E27FC236}">
                  <a16:creationId xmlns:a16="http://schemas.microsoft.com/office/drawing/2014/main" id="{DBAE9A23-DB2E-30E7-4A5E-9D273BF5A0B6}"/>
                </a:ext>
              </a:extLst>
            </p:cNvPr>
            <p:cNvSpPr/>
            <p:nvPr/>
          </p:nvSpPr>
          <p:spPr>
            <a:xfrm>
              <a:off x="7670508" y="2776651"/>
              <a:ext cx="419702" cy="53881"/>
            </a:xfrm>
            <a:custGeom>
              <a:avLst/>
              <a:gdLst/>
              <a:ahLst/>
              <a:cxnLst/>
              <a:rect l="l" t="t" r="r" b="b"/>
              <a:pathLst>
                <a:path w="9488" h="1220" extrusionOk="0">
                  <a:moveTo>
                    <a:pt x="6195" y="0"/>
                  </a:moveTo>
                  <a:lnTo>
                    <a:pt x="610" y="0"/>
                  </a:lnTo>
                  <a:cubicBezTo>
                    <a:pt x="439" y="0"/>
                    <a:pt x="293" y="73"/>
                    <a:pt x="171" y="171"/>
                  </a:cubicBezTo>
                  <a:cubicBezTo>
                    <a:pt x="49" y="293"/>
                    <a:pt x="0" y="463"/>
                    <a:pt x="0" y="610"/>
                  </a:cubicBezTo>
                  <a:cubicBezTo>
                    <a:pt x="0" y="781"/>
                    <a:pt x="49" y="927"/>
                    <a:pt x="171" y="1049"/>
                  </a:cubicBezTo>
                  <a:cubicBezTo>
                    <a:pt x="293" y="1171"/>
                    <a:pt x="439" y="1220"/>
                    <a:pt x="610" y="1220"/>
                  </a:cubicBezTo>
                  <a:lnTo>
                    <a:pt x="8878" y="1220"/>
                  </a:lnTo>
                  <a:cubicBezTo>
                    <a:pt x="9049" y="1220"/>
                    <a:pt x="9195" y="1171"/>
                    <a:pt x="9317" y="1049"/>
                  </a:cubicBezTo>
                  <a:cubicBezTo>
                    <a:pt x="9415" y="927"/>
                    <a:pt x="9488" y="781"/>
                    <a:pt x="9488" y="610"/>
                  </a:cubicBezTo>
                  <a:cubicBezTo>
                    <a:pt x="9488" y="463"/>
                    <a:pt x="9415" y="293"/>
                    <a:pt x="9317" y="171"/>
                  </a:cubicBezTo>
                  <a:cubicBezTo>
                    <a:pt x="9195" y="73"/>
                    <a:pt x="9049" y="0"/>
                    <a:pt x="88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303;p53">
              <a:extLst>
                <a:ext uri="{FF2B5EF4-FFF2-40B4-BE49-F238E27FC236}">
                  <a16:creationId xmlns:a16="http://schemas.microsoft.com/office/drawing/2014/main" id="{A4162E9B-068A-D5DB-0B5E-5DC9FDDB4687}"/>
                </a:ext>
              </a:extLst>
            </p:cNvPr>
            <p:cNvSpPr/>
            <p:nvPr/>
          </p:nvSpPr>
          <p:spPr>
            <a:xfrm>
              <a:off x="7695323" y="2848818"/>
              <a:ext cx="370070" cy="53881"/>
            </a:xfrm>
            <a:custGeom>
              <a:avLst/>
              <a:gdLst/>
              <a:ahLst/>
              <a:cxnLst/>
              <a:rect l="l" t="t" r="r" b="b"/>
              <a:pathLst>
                <a:path w="8366" h="1220" extrusionOk="0">
                  <a:moveTo>
                    <a:pt x="7756" y="0"/>
                  </a:moveTo>
                  <a:lnTo>
                    <a:pt x="610" y="0"/>
                  </a:lnTo>
                  <a:cubicBezTo>
                    <a:pt x="268" y="0"/>
                    <a:pt x="0" y="268"/>
                    <a:pt x="0" y="610"/>
                  </a:cubicBezTo>
                  <a:cubicBezTo>
                    <a:pt x="0" y="951"/>
                    <a:pt x="268" y="1220"/>
                    <a:pt x="610" y="1220"/>
                  </a:cubicBezTo>
                  <a:lnTo>
                    <a:pt x="7756" y="1220"/>
                  </a:lnTo>
                  <a:cubicBezTo>
                    <a:pt x="8097" y="1220"/>
                    <a:pt x="8366" y="951"/>
                    <a:pt x="8366" y="610"/>
                  </a:cubicBezTo>
                  <a:cubicBezTo>
                    <a:pt x="8366" y="268"/>
                    <a:pt x="8097" y="0"/>
                    <a:pt x="775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304;p53">
              <a:extLst>
                <a:ext uri="{FF2B5EF4-FFF2-40B4-BE49-F238E27FC236}">
                  <a16:creationId xmlns:a16="http://schemas.microsoft.com/office/drawing/2014/main" id="{3DF0EF9E-31BF-62B7-154E-59360F43A934}"/>
                </a:ext>
              </a:extLst>
            </p:cNvPr>
            <p:cNvSpPr/>
            <p:nvPr/>
          </p:nvSpPr>
          <p:spPr>
            <a:xfrm>
              <a:off x="7727657" y="2919882"/>
              <a:ext cx="295667" cy="53925"/>
            </a:xfrm>
            <a:custGeom>
              <a:avLst/>
              <a:gdLst/>
              <a:ahLst/>
              <a:cxnLst/>
              <a:rect l="l" t="t" r="r" b="b"/>
              <a:pathLst>
                <a:path w="6684" h="1221" extrusionOk="0">
                  <a:moveTo>
                    <a:pt x="6074" y="1"/>
                  </a:moveTo>
                  <a:lnTo>
                    <a:pt x="830" y="1"/>
                  </a:lnTo>
                  <a:cubicBezTo>
                    <a:pt x="1" y="1"/>
                    <a:pt x="1" y="1220"/>
                    <a:pt x="830" y="1220"/>
                  </a:cubicBezTo>
                  <a:lnTo>
                    <a:pt x="6074" y="1220"/>
                  </a:lnTo>
                  <a:cubicBezTo>
                    <a:pt x="6245" y="1220"/>
                    <a:pt x="6391" y="1172"/>
                    <a:pt x="6513" y="1050"/>
                  </a:cubicBezTo>
                  <a:cubicBezTo>
                    <a:pt x="6635" y="928"/>
                    <a:pt x="6684" y="781"/>
                    <a:pt x="6684" y="611"/>
                  </a:cubicBezTo>
                  <a:cubicBezTo>
                    <a:pt x="6684" y="269"/>
                    <a:pt x="6415" y="1"/>
                    <a:pt x="60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305;p53">
              <a:extLst>
                <a:ext uri="{FF2B5EF4-FFF2-40B4-BE49-F238E27FC236}">
                  <a16:creationId xmlns:a16="http://schemas.microsoft.com/office/drawing/2014/main" id="{A40964D4-5503-6150-BB8E-0E6D206B558F}"/>
                </a:ext>
              </a:extLst>
            </p:cNvPr>
            <p:cNvSpPr/>
            <p:nvPr/>
          </p:nvSpPr>
          <p:spPr>
            <a:xfrm>
              <a:off x="7803208" y="2992050"/>
              <a:ext cx="154292" cy="60374"/>
            </a:xfrm>
            <a:custGeom>
              <a:avLst/>
              <a:gdLst/>
              <a:ahLst/>
              <a:cxnLst/>
              <a:rect l="l" t="t" r="r" b="b"/>
              <a:pathLst>
                <a:path w="3488" h="1367" extrusionOk="0">
                  <a:moveTo>
                    <a:pt x="3488" y="1"/>
                  </a:moveTo>
                  <a:lnTo>
                    <a:pt x="0" y="1"/>
                  </a:lnTo>
                  <a:cubicBezTo>
                    <a:pt x="73" y="318"/>
                    <a:pt x="244" y="611"/>
                    <a:pt x="488" y="806"/>
                  </a:cubicBezTo>
                  <a:cubicBezTo>
                    <a:pt x="1220" y="1367"/>
                    <a:pt x="2268" y="1367"/>
                    <a:pt x="3000" y="806"/>
                  </a:cubicBezTo>
                  <a:cubicBezTo>
                    <a:pt x="3244" y="611"/>
                    <a:pt x="3439" y="318"/>
                    <a:pt x="34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306;p53">
              <a:extLst>
                <a:ext uri="{FF2B5EF4-FFF2-40B4-BE49-F238E27FC236}">
                  <a16:creationId xmlns:a16="http://schemas.microsoft.com/office/drawing/2014/main" id="{82B3FB1C-3BCA-AED5-AE40-61F827FC4CFF}"/>
                </a:ext>
              </a:extLst>
            </p:cNvPr>
            <p:cNvSpPr/>
            <p:nvPr/>
          </p:nvSpPr>
          <p:spPr>
            <a:xfrm>
              <a:off x="7670508" y="1747885"/>
              <a:ext cx="676486" cy="1012615"/>
            </a:xfrm>
            <a:custGeom>
              <a:avLst/>
              <a:gdLst/>
              <a:ahLst/>
              <a:cxnLst/>
              <a:rect l="l" t="t" r="r" b="b"/>
              <a:pathLst>
                <a:path w="15293" h="22928" extrusionOk="0">
                  <a:moveTo>
                    <a:pt x="8268" y="20830"/>
                  </a:moveTo>
                  <a:cubicBezTo>
                    <a:pt x="8219" y="21781"/>
                    <a:pt x="8195" y="22415"/>
                    <a:pt x="7512" y="22586"/>
                  </a:cubicBezTo>
                  <a:lnTo>
                    <a:pt x="7415" y="22586"/>
                  </a:lnTo>
                  <a:lnTo>
                    <a:pt x="6390" y="22586"/>
                  </a:lnTo>
                  <a:lnTo>
                    <a:pt x="6390" y="22903"/>
                  </a:lnTo>
                  <a:lnTo>
                    <a:pt x="8878" y="22903"/>
                  </a:lnTo>
                  <a:lnTo>
                    <a:pt x="9000" y="22903"/>
                  </a:lnTo>
                  <a:cubicBezTo>
                    <a:pt x="9683" y="22708"/>
                    <a:pt x="9707" y="22074"/>
                    <a:pt x="9732" y="21147"/>
                  </a:cubicBezTo>
                  <a:cubicBezTo>
                    <a:pt x="9756" y="20635"/>
                    <a:pt x="9805" y="20122"/>
                    <a:pt x="9878" y="19610"/>
                  </a:cubicBezTo>
                  <a:cubicBezTo>
                    <a:pt x="10097" y="18196"/>
                    <a:pt x="11610" y="15683"/>
                    <a:pt x="12341" y="14513"/>
                  </a:cubicBezTo>
                  <a:lnTo>
                    <a:pt x="12341" y="14488"/>
                  </a:lnTo>
                  <a:lnTo>
                    <a:pt x="12341" y="14488"/>
                  </a:lnTo>
                  <a:cubicBezTo>
                    <a:pt x="12561" y="14147"/>
                    <a:pt x="12707" y="13927"/>
                    <a:pt x="12732" y="13879"/>
                  </a:cubicBezTo>
                  <a:cubicBezTo>
                    <a:pt x="13073" y="13269"/>
                    <a:pt x="13366" y="12635"/>
                    <a:pt x="13585" y="11952"/>
                  </a:cubicBezTo>
                  <a:cubicBezTo>
                    <a:pt x="15292" y="6464"/>
                    <a:pt x="11658" y="733"/>
                    <a:pt x="5927" y="1"/>
                  </a:cubicBezTo>
                  <a:cubicBezTo>
                    <a:pt x="10878" y="1489"/>
                    <a:pt x="13634" y="6732"/>
                    <a:pt x="12097" y="11635"/>
                  </a:cubicBezTo>
                  <a:cubicBezTo>
                    <a:pt x="11902" y="12318"/>
                    <a:pt x="11610" y="12952"/>
                    <a:pt x="11244" y="13562"/>
                  </a:cubicBezTo>
                  <a:cubicBezTo>
                    <a:pt x="11219" y="13610"/>
                    <a:pt x="11073" y="13830"/>
                    <a:pt x="10854" y="14147"/>
                  </a:cubicBezTo>
                  <a:lnTo>
                    <a:pt x="10854" y="14147"/>
                  </a:lnTo>
                  <a:lnTo>
                    <a:pt x="10854" y="14147"/>
                  </a:lnTo>
                  <a:cubicBezTo>
                    <a:pt x="10122" y="15318"/>
                    <a:pt x="8634" y="17854"/>
                    <a:pt x="8390" y="19269"/>
                  </a:cubicBezTo>
                  <a:cubicBezTo>
                    <a:pt x="8317" y="19781"/>
                    <a:pt x="8268" y="20269"/>
                    <a:pt x="8268" y="20781"/>
                  </a:cubicBezTo>
                  <a:close/>
                  <a:moveTo>
                    <a:pt x="3098" y="22903"/>
                  </a:moveTo>
                  <a:lnTo>
                    <a:pt x="3098" y="22586"/>
                  </a:lnTo>
                  <a:lnTo>
                    <a:pt x="0" y="22586"/>
                  </a:lnTo>
                  <a:cubicBezTo>
                    <a:pt x="122" y="22756"/>
                    <a:pt x="293" y="22878"/>
                    <a:pt x="488" y="22927"/>
                  </a:cubicBezTo>
                  <a:lnTo>
                    <a:pt x="610" y="22927"/>
                  </a:lnTo>
                  <a:close/>
                  <a:moveTo>
                    <a:pt x="5976" y="22903"/>
                  </a:moveTo>
                  <a:lnTo>
                    <a:pt x="3512" y="22903"/>
                  </a:lnTo>
                  <a:lnTo>
                    <a:pt x="3512" y="22586"/>
                  </a:lnTo>
                  <a:lnTo>
                    <a:pt x="5976" y="22586"/>
                  </a:ln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307;p53">
              <a:extLst>
                <a:ext uri="{FF2B5EF4-FFF2-40B4-BE49-F238E27FC236}">
                  <a16:creationId xmlns:a16="http://schemas.microsoft.com/office/drawing/2014/main" id="{3062B170-673C-E901-7789-708AAE6C74D2}"/>
                </a:ext>
              </a:extLst>
            </p:cNvPr>
            <p:cNvSpPr/>
            <p:nvPr/>
          </p:nvSpPr>
          <p:spPr>
            <a:xfrm>
              <a:off x="7500033" y="1815768"/>
              <a:ext cx="220158" cy="323199"/>
            </a:xfrm>
            <a:custGeom>
              <a:avLst/>
              <a:gdLst/>
              <a:ahLst/>
              <a:cxnLst/>
              <a:rect l="l" t="t" r="r" b="b"/>
              <a:pathLst>
                <a:path w="4977" h="7318" extrusionOk="0">
                  <a:moveTo>
                    <a:pt x="4659" y="49"/>
                  </a:moveTo>
                  <a:cubicBezTo>
                    <a:pt x="4781" y="0"/>
                    <a:pt x="4878" y="49"/>
                    <a:pt x="4927" y="147"/>
                  </a:cubicBezTo>
                  <a:cubicBezTo>
                    <a:pt x="4976" y="244"/>
                    <a:pt x="4927" y="366"/>
                    <a:pt x="4830" y="415"/>
                  </a:cubicBezTo>
                  <a:cubicBezTo>
                    <a:pt x="4586" y="513"/>
                    <a:pt x="4366" y="659"/>
                    <a:pt x="4147" y="805"/>
                  </a:cubicBezTo>
                  <a:cubicBezTo>
                    <a:pt x="3927" y="952"/>
                    <a:pt x="3708" y="635"/>
                    <a:pt x="3927" y="488"/>
                  </a:cubicBezTo>
                  <a:cubicBezTo>
                    <a:pt x="4147" y="318"/>
                    <a:pt x="4415" y="171"/>
                    <a:pt x="4659" y="49"/>
                  </a:cubicBezTo>
                  <a:close/>
                  <a:moveTo>
                    <a:pt x="2854" y="1342"/>
                  </a:moveTo>
                  <a:cubicBezTo>
                    <a:pt x="2927" y="1244"/>
                    <a:pt x="3074" y="1244"/>
                    <a:pt x="3147" y="1342"/>
                  </a:cubicBezTo>
                  <a:cubicBezTo>
                    <a:pt x="3220" y="1415"/>
                    <a:pt x="3220" y="1537"/>
                    <a:pt x="3147" y="1610"/>
                  </a:cubicBezTo>
                  <a:cubicBezTo>
                    <a:pt x="2440" y="2317"/>
                    <a:pt x="1830" y="3122"/>
                    <a:pt x="1391" y="4025"/>
                  </a:cubicBezTo>
                  <a:cubicBezTo>
                    <a:pt x="927" y="4976"/>
                    <a:pt x="610" y="6000"/>
                    <a:pt x="440" y="7073"/>
                  </a:cubicBezTo>
                  <a:cubicBezTo>
                    <a:pt x="391" y="7317"/>
                    <a:pt x="1" y="7244"/>
                    <a:pt x="25" y="7000"/>
                  </a:cubicBezTo>
                  <a:cubicBezTo>
                    <a:pt x="220" y="5903"/>
                    <a:pt x="562" y="4854"/>
                    <a:pt x="1049" y="3854"/>
                  </a:cubicBezTo>
                  <a:cubicBezTo>
                    <a:pt x="1513" y="2903"/>
                    <a:pt x="2122" y="2074"/>
                    <a:pt x="2854" y="134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308;p53">
              <a:extLst>
                <a:ext uri="{FF2B5EF4-FFF2-40B4-BE49-F238E27FC236}">
                  <a16:creationId xmlns:a16="http://schemas.microsoft.com/office/drawing/2014/main" id="{36766743-3C99-81FF-DC6B-EDF2CE4F56AC}"/>
                </a:ext>
              </a:extLst>
            </p:cNvPr>
            <p:cNvSpPr/>
            <p:nvPr/>
          </p:nvSpPr>
          <p:spPr>
            <a:xfrm>
              <a:off x="7948824" y="2848818"/>
              <a:ext cx="116559" cy="53881"/>
            </a:xfrm>
            <a:custGeom>
              <a:avLst/>
              <a:gdLst/>
              <a:ahLst/>
              <a:cxnLst/>
              <a:rect l="l" t="t" r="r" b="b"/>
              <a:pathLst>
                <a:path w="2635" h="1220" extrusionOk="0">
                  <a:moveTo>
                    <a:pt x="610" y="610"/>
                  </a:moveTo>
                  <a:cubicBezTo>
                    <a:pt x="610" y="951"/>
                    <a:pt x="342" y="1220"/>
                    <a:pt x="1" y="1220"/>
                  </a:cubicBezTo>
                  <a:lnTo>
                    <a:pt x="2025" y="1220"/>
                  </a:lnTo>
                  <a:cubicBezTo>
                    <a:pt x="2366" y="1220"/>
                    <a:pt x="2635" y="951"/>
                    <a:pt x="2635" y="610"/>
                  </a:cubicBezTo>
                  <a:cubicBezTo>
                    <a:pt x="2635" y="268"/>
                    <a:pt x="2366" y="0"/>
                    <a:pt x="2025" y="0"/>
                  </a:cubicBezTo>
                  <a:lnTo>
                    <a:pt x="1" y="0"/>
                  </a:lnTo>
                  <a:cubicBezTo>
                    <a:pt x="342" y="0"/>
                    <a:pt x="610" y="268"/>
                    <a:pt x="610" y="610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309;p53">
              <a:extLst>
                <a:ext uri="{FF2B5EF4-FFF2-40B4-BE49-F238E27FC236}">
                  <a16:creationId xmlns:a16="http://schemas.microsoft.com/office/drawing/2014/main" id="{E4CD6BDA-10BA-3758-93F6-3A833B34205A}"/>
                </a:ext>
              </a:extLst>
            </p:cNvPr>
            <p:cNvSpPr/>
            <p:nvPr/>
          </p:nvSpPr>
          <p:spPr>
            <a:xfrm>
              <a:off x="7973639" y="2776651"/>
              <a:ext cx="116559" cy="53881"/>
            </a:xfrm>
            <a:custGeom>
              <a:avLst/>
              <a:gdLst/>
              <a:ahLst/>
              <a:cxnLst/>
              <a:rect l="l" t="t" r="r" b="b"/>
              <a:pathLst>
                <a:path w="2635" h="1220" extrusionOk="0">
                  <a:moveTo>
                    <a:pt x="1" y="1220"/>
                  </a:moveTo>
                  <a:lnTo>
                    <a:pt x="2025" y="1220"/>
                  </a:lnTo>
                  <a:cubicBezTo>
                    <a:pt x="2196" y="1220"/>
                    <a:pt x="2342" y="1171"/>
                    <a:pt x="2464" y="1049"/>
                  </a:cubicBezTo>
                  <a:cubicBezTo>
                    <a:pt x="2562" y="927"/>
                    <a:pt x="2635" y="781"/>
                    <a:pt x="2635" y="610"/>
                  </a:cubicBezTo>
                  <a:cubicBezTo>
                    <a:pt x="2635" y="463"/>
                    <a:pt x="2562" y="293"/>
                    <a:pt x="2464" y="171"/>
                  </a:cubicBezTo>
                  <a:cubicBezTo>
                    <a:pt x="2342" y="73"/>
                    <a:pt x="2196" y="0"/>
                    <a:pt x="2025" y="0"/>
                  </a:cubicBezTo>
                  <a:lnTo>
                    <a:pt x="1" y="0"/>
                  </a:lnTo>
                  <a:cubicBezTo>
                    <a:pt x="171" y="0"/>
                    <a:pt x="318" y="73"/>
                    <a:pt x="440" y="171"/>
                  </a:cubicBezTo>
                  <a:cubicBezTo>
                    <a:pt x="537" y="293"/>
                    <a:pt x="610" y="463"/>
                    <a:pt x="610" y="610"/>
                  </a:cubicBezTo>
                  <a:cubicBezTo>
                    <a:pt x="610" y="781"/>
                    <a:pt x="537" y="927"/>
                    <a:pt x="440" y="1049"/>
                  </a:cubicBezTo>
                  <a:cubicBezTo>
                    <a:pt x="318" y="1171"/>
                    <a:pt x="171" y="1220"/>
                    <a:pt x="1" y="1220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310;p53">
              <a:extLst>
                <a:ext uri="{FF2B5EF4-FFF2-40B4-BE49-F238E27FC236}">
                  <a16:creationId xmlns:a16="http://schemas.microsoft.com/office/drawing/2014/main" id="{896F90DE-C2A8-EABF-410B-E2B646978B76}"/>
                </a:ext>
              </a:extLst>
            </p:cNvPr>
            <p:cNvSpPr/>
            <p:nvPr/>
          </p:nvSpPr>
          <p:spPr>
            <a:xfrm>
              <a:off x="7906758" y="2919882"/>
              <a:ext cx="116559" cy="53925"/>
            </a:xfrm>
            <a:custGeom>
              <a:avLst/>
              <a:gdLst/>
              <a:ahLst/>
              <a:cxnLst/>
              <a:rect l="l" t="t" r="r" b="b"/>
              <a:pathLst>
                <a:path w="2635" h="1221" extrusionOk="0">
                  <a:moveTo>
                    <a:pt x="2025" y="1"/>
                  </a:moveTo>
                  <a:lnTo>
                    <a:pt x="0" y="1"/>
                  </a:lnTo>
                  <a:cubicBezTo>
                    <a:pt x="342" y="1"/>
                    <a:pt x="610" y="269"/>
                    <a:pt x="610" y="611"/>
                  </a:cubicBezTo>
                  <a:cubicBezTo>
                    <a:pt x="610" y="781"/>
                    <a:pt x="537" y="928"/>
                    <a:pt x="439" y="1050"/>
                  </a:cubicBezTo>
                  <a:cubicBezTo>
                    <a:pt x="318" y="1172"/>
                    <a:pt x="171" y="1220"/>
                    <a:pt x="0" y="1220"/>
                  </a:cubicBezTo>
                  <a:lnTo>
                    <a:pt x="2025" y="1220"/>
                  </a:lnTo>
                  <a:cubicBezTo>
                    <a:pt x="2196" y="1220"/>
                    <a:pt x="2342" y="1172"/>
                    <a:pt x="2464" y="1050"/>
                  </a:cubicBezTo>
                  <a:cubicBezTo>
                    <a:pt x="2586" y="928"/>
                    <a:pt x="2635" y="781"/>
                    <a:pt x="2635" y="611"/>
                  </a:cubicBezTo>
                  <a:cubicBezTo>
                    <a:pt x="2635" y="269"/>
                    <a:pt x="2366" y="1"/>
                    <a:pt x="2025" y="1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0966244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4">
          <a:extLst>
            <a:ext uri="{FF2B5EF4-FFF2-40B4-BE49-F238E27FC236}">
              <a16:creationId xmlns:a16="http://schemas.microsoft.com/office/drawing/2014/main" id="{029A4BC8-E065-DB4B-0E6C-6887E736A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52">
            <a:extLst>
              <a:ext uri="{FF2B5EF4-FFF2-40B4-BE49-F238E27FC236}">
                <a16:creationId xmlns:a16="http://schemas.microsoft.com/office/drawing/2014/main" id="{68F88011-6A55-D6FE-7601-E5DBBC3A98A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308264" y="2034887"/>
            <a:ext cx="45720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Thanks!</a:t>
            </a:r>
            <a:endParaRPr dirty="0"/>
          </a:p>
        </p:txBody>
      </p:sp>
      <p:sp>
        <p:nvSpPr>
          <p:cNvPr id="1237" name="Google Shape;1237;p52">
            <a:extLst>
              <a:ext uri="{FF2B5EF4-FFF2-40B4-BE49-F238E27FC236}">
                <a16:creationId xmlns:a16="http://schemas.microsoft.com/office/drawing/2014/main" id="{F9577D21-53B1-4B33-6F27-2C9C6268E4E9}"/>
              </a:ext>
            </a:extLst>
          </p:cNvPr>
          <p:cNvSpPr txBox="1"/>
          <p:nvPr/>
        </p:nvSpPr>
        <p:spPr>
          <a:xfrm>
            <a:off x="2285991" y="4084112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Please keep this slide for attribution</a:t>
            </a:r>
            <a:endParaRPr sz="10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grpSp>
        <p:nvGrpSpPr>
          <p:cNvPr id="1238" name="Google Shape;1238;p52">
            <a:extLst>
              <a:ext uri="{FF2B5EF4-FFF2-40B4-BE49-F238E27FC236}">
                <a16:creationId xmlns:a16="http://schemas.microsoft.com/office/drawing/2014/main" id="{9557A9E2-0D26-4112-ED8F-5FF0C9A2080F}"/>
              </a:ext>
            </a:extLst>
          </p:cNvPr>
          <p:cNvGrpSpPr/>
          <p:nvPr/>
        </p:nvGrpSpPr>
        <p:grpSpPr>
          <a:xfrm>
            <a:off x="274188" y="1428844"/>
            <a:ext cx="1827475" cy="1051350"/>
            <a:chOff x="6161988" y="3104373"/>
            <a:chExt cx="1827475" cy="1051350"/>
          </a:xfrm>
        </p:grpSpPr>
        <p:grpSp>
          <p:nvGrpSpPr>
            <p:cNvPr id="1239" name="Google Shape;1239;p52">
              <a:extLst>
                <a:ext uri="{FF2B5EF4-FFF2-40B4-BE49-F238E27FC236}">
                  <a16:creationId xmlns:a16="http://schemas.microsoft.com/office/drawing/2014/main" id="{AA521890-5E94-28DE-02F1-DAC6CC435AC1}"/>
                </a:ext>
              </a:extLst>
            </p:cNvPr>
            <p:cNvGrpSpPr/>
            <p:nvPr/>
          </p:nvGrpSpPr>
          <p:grpSpPr>
            <a:xfrm>
              <a:off x="6161988" y="3104373"/>
              <a:ext cx="1827475" cy="1051350"/>
              <a:chOff x="274188" y="1278048"/>
              <a:chExt cx="1827475" cy="1051350"/>
            </a:xfrm>
          </p:grpSpPr>
          <p:sp>
            <p:nvSpPr>
              <p:cNvPr id="1240" name="Google Shape;1240;p52">
                <a:extLst>
                  <a:ext uri="{FF2B5EF4-FFF2-40B4-BE49-F238E27FC236}">
                    <a16:creationId xmlns:a16="http://schemas.microsoft.com/office/drawing/2014/main" id="{ABD7406B-572F-5ABE-0D4B-60CD9F7A7DE1}"/>
                  </a:ext>
                </a:extLst>
              </p:cNvPr>
              <p:cNvSpPr/>
              <p:nvPr/>
            </p:nvSpPr>
            <p:spPr>
              <a:xfrm>
                <a:off x="364363" y="1369398"/>
                <a:ext cx="1737300" cy="960000"/>
              </a:xfrm>
              <a:prstGeom prst="roundRect">
                <a:avLst>
                  <a:gd name="adj" fmla="val 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241" name="Google Shape;1241;p52">
                <a:extLst>
                  <a:ext uri="{FF2B5EF4-FFF2-40B4-BE49-F238E27FC236}">
                    <a16:creationId xmlns:a16="http://schemas.microsoft.com/office/drawing/2014/main" id="{5F12974B-4938-3038-F93C-8A4A33C3B8CA}"/>
                  </a:ext>
                </a:extLst>
              </p:cNvPr>
              <p:cNvGrpSpPr/>
              <p:nvPr/>
            </p:nvGrpSpPr>
            <p:grpSpPr>
              <a:xfrm>
                <a:off x="274188" y="1278048"/>
                <a:ext cx="1737300" cy="960000"/>
                <a:chOff x="7146475" y="2190661"/>
                <a:chExt cx="1737300" cy="960000"/>
              </a:xfrm>
            </p:grpSpPr>
            <p:sp>
              <p:nvSpPr>
                <p:cNvPr id="1242" name="Google Shape;1242;p52">
                  <a:extLst>
                    <a:ext uri="{FF2B5EF4-FFF2-40B4-BE49-F238E27FC236}">
                      <a16:creationId xmlns:a16="http://schemas.microsoft.com/office/drawing/2014/main" id="{E39663A9-A8DC-2280-DD91-2FEEBD26AFF2}"/>
                    </a:ext>
                  </a:extLst>
                </p:cNvPr>
                <p:cNvSpPr/>
                <p:nvPr/>
              </p:nvSpPr>
              <p:spPr>
                <a:xfrm>
                  <a:off x="7146475" y="2190661"/>
                  <a:ext cx="1737300" cy="9600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243" name="Google Shape;1243;p52">
                  <a:extLst>
                    <a:ext uri="{FF2B5EF4-FFF2-40B4-BE49-F238E27FC236}">
                      <a16:creationId xmlns:a16="http://schemas.microsoft.com/office/drawing/2014/main" id="{4B07FC1B-1330-1413-D782-92468F0EFB53}"/>
                    </a:ext>
                  </a:extLst>
                </p:cNvPr>
                <p:cNvCxnSpPr/>
                <p:nvPr/>
              </p:nvCxnSpPr>
              <p:spPr>
                <a:xfrm>
                  <a:off x="7151600" y="2373361"/>
                  <a:ext cx="17247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244" name="Google Shape;1244;p52">
              <a:extLst>
                <a:ext uri="{FF2B5EF4-FFF2-40B4-BE49-F238E27FC236}">
                  <a16:creationId xmlns:a16="http://schemas.microsoft.com/office/drawing/2014/main" id="{5C960224-78AA-90FB-2A0E-E587D8B0D8D5}"/>
                </a:ext>
              </a:extLst>
            </p:cNvPr>
            <p:cNvGrpSpPr/>
            <p:nvPr/>
          </p:nvGrpSpPr>
          <p:grpSpPr>
            <a:xfrm>
              <a:off x="6349239" y="3420925"/>
              <a:ext cx="1356472" cy="509050"/>
              <a:chOff x="6343699" y="3416675"/>
              <a:chExt cx="1356472" cy="509050"/>
            </a:xfrm>
          </p:grpSpPr>
          <p:sp>
            <p:nvSpPr>
              <p:cNvPr id="1245" name="Google Shape;1245;p52">
                <a:extLst>
                  <a:ext uri="{FF2B5EF4-FFF2-40B4-BE49-F238E27FC236}">
                    <a16:creationId xmlns:a16="http://schemas.microsoft.com/office/drawing/2014/main" id="{16DDC580-1085-18CC-18AF-03F5E3628706}"/>
                  </a:ext>
                </a:extLst>
              </p:cNvPr>
              <p:cNvSpPr/>
              <p:nvPr/>
            </p:nvSpPr>
            <p:spPr>
              <a:xfrm>
                <a:off x="6343699" y="3524445"/>
                <a:ext cx="776865" cy="54206"/>
              </a:xfrm>
              <a:custGeom>
                <a:avLst/>
                <a:gdLst/>
                <a:ahLst/>
                <a:cxnLst/>
                <a:rect l="l" t="t" r="r" b="b"/>
                <a:pathLst>
                  <a:path w="19319" h="1348" extrusionOk="0">
                    <a:moveTo>
                      <a:pt x="18435" y="1"/>
                    </a:moveTo>
                    <a:cubicBezTo>
                      <a:pt x="18412" y="1"/>
                      <a:pt x="18389" y="2"/>
                      <a:pt x="18366" y="3"/>
                    </a:cubicBezTo>
                    <a:lnTo>
                      <a:pt x="854" y="3"/>
                    </a:lnTo>
                    <a:cubicBezTo>
                      <a:pt x="0" y="52"/>
                      <a:pt x="0" y="1296"/>
                      <a:pt x="854" y="1345"/>
                    </a:cubicBezTo>
                    <a:lnTo>
                      <a:pt x="18366" y="1345"/>
                    </a:lnTo>
                    <a:cubicBezTo>
                      <a:pt x="18389" y="1347"/>
                      <a:pt x="18412" y="1347"/>
                      <a:pt x="18435" y="1347"/>
                    </a:cubicBezTo>
                    <a:cubicBezTo>
                      <a:pt x="19319" y="1347"/>
                      <a:pt x="19319" y="1"/>
                      <a:pt x="184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Google Shape;1246;p52">
                <a:extLst>
                  <a:ext uri="{FF2B5EF4-FFF2-40B4-BE49-F238E27FC236}">
                    <a16:creationId xmlns:a16="http://schemas.microsoft.com/office/drawing/2014/main" id="{7FC09DBE-4F60-2FCC-CE88-062B32E4C6D0}"/>
                  </a:ext>
                </a:extLst>
              </p:cNvPr>
              <p:cNvSpPr/>
              <p:nvPr/>
            </p:nvSpPr>
            <p:spPr>
              <a:xfrm>
                <a:off x="6343699" y="3651035"/>
                <a:ext cx="777147" cy="55131"/>
              </a:xfrm>
              <a:custGeom>
                <a:avLst/>
                <a:gdLst/>
                <a:ahLst/>
                <a:cxnLst/>
                <a:rect l="l" t="t" r="r" b="b"/>
                <a:pathLst>
                  <a:path w="19326" h="1371" extrusionOk="0">
                    <a:moveTo>
                      <a:pt x="18412" y="1"/>
                    </a:moveTo>
                    <a:cubicBezTo>
                      <a:pt x="18397" y="1"/>
                      <a:pt x="18382" y="1"/>
                      <a:pt x="18366" y="2"/>
                    </a:cubicBezTo>
                    <a:lnTo>
                      <a:pt x="854" y="2"/>
                    </a:lnTo>
                    <a:cubicBezTo>
                      <a:pt x="0" y="75"/>
                      <a:pt x="0" y="1319"/>
                      <a:pt x="854" y="1368"/>
                    </a:cubicBezTo>
                    <a:lnTo>
                      <a:pt x="18366" y="1368"/>
                    </a:lnTo>
                    <a:cubicBezTo>
                      <a:pt x="18389" y="1369"/>
                      <a:pt x="18412" y="1370"/>
                      <a:pt x="18434" y="1370"/>
                    </a:cubicBezTo>
                    <a:cubicBezTo>
                      <a:pt x="19326" y="1370"/>
                      <a:pt x="19319" y="1"/>
                      <a:pt x="184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Google Shape;1247;p52">
                <a:extLst>
                  <a:ext uri="{FF2B5EF4-FFF2-40B4-BE49-F238E27FC236}">
                    <a16:creationId xmlns:a16="http://schemas.microsoft.com/office/drawing/2014/main" id="{3ABE600B-2B16-C276-5138-EADE0F44DE20}"/>
                  </a:ext>
                </a:extLst>
              </p:cNvPr>
              <p:cNvSpPr/>
              <p:nvPr/>
            </p:nvSpPr>
            <p:spPr>
              <a:xfrm>
                <a:off x="6343699" y="3778469"/>
                <a:ext cx="776865" cy="55172"/>
              </a:xfrm>
              <a:custGeom>
                <a:avLst/>
                <a:gdLst/>
                <a:ahLst/>
                <a:cxnLst/>
                <a:rect l="l" t="t" r="r" b="b"/>
                <a:pathLst>
                  <a:path w="19319" h="1372" extrusionOk="0">
                    <a:moveTo>
                      <a:pt x="18433" y="1"/>
                    </a:moveTo>
                    <a:cubicBezTo>
                      <a:pt x="18411" y="1"/>
                      <a:pt x="18389" y="2"/>
                      <a:pt x="18366" y="3"/>
                    </a:cubicBezTo>
                    <a:lnTo>
                      <a:pt x="854" y="3"/>
                    </a:lnTo>
                    <a:cubicBezTo>
                      <a:pt x="0" y="52"/>
                      <a:pt x="0" y="1320"/>
                      <a:pt x="854" y="1369"/>
                    </a:cubicBezTo>
                    <a:lnTo>
                      <a:pt x="18366" y="1369"/>
                    </a:lnTo>
                    <a:cubicBezTo>
                      <a:pt x="18389" y="1371"/>
                      <a:pt x="18411" y="1372"/>
                      <a:pt x="18433" y="1372"/>
                    </a:cubicBezTo>
                    <a:cubicBezTo>
                      <a:pt x="19319" y="1372"/>
                      <a:pt x="19319" y="1"/>
                      <a:pt x="184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Google Shape;1248;p52">
                <a:extLst>
                  <a:ext uri="{FF2B5EF4-FFF2-40B4-BE49-F238E27FC236}">
                    <a16:creationId xmlns:a16="http://schemas.microsoft.com/office/drawing/2014/main" id="{8DC85361-24BF-7800-C35A-F11B6EDCD3A3}"/>
                  </a:ext>
                </a:extLst>
              </p:cNvPr>
              <p:cNvSpPr/>
              <p:nvPr/>
            </p:nvSpPr>
            <p:spPr>
              <a:xfrm>
                <a:off x="7286224" y="3416675"/>
                <a:ext cx="413947" cy="509050"/>
              </a:xfrm>
              <a:custGeom>
                <a:avLst/>
                <a:gdLst/>
                <a:ahLst/>
                <a:cxnLst/>
                <a:rect l="l" t="t" r="r" b="b"/>
                <a:pathLst>
                  <a:path w="10294" h="12659" extrusionOk="0">
                    <a:moveTo>
                      <a:pt x="1" y="1"/>
                    </a:moveTo>
                    <a:lnTo>
                      <a:pt x="1" y="12659"/>
                    </a:lnTo>
                    <a:lnTo>
                      <a:pt x="10293" y="12659"/>
                    </a:lnTo>
                    <a:lnTo>
                      <a:pt x="10293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65" name="Google Shape;1265;p52">
            <a:extLst>
              <a:ext uri="{FF2B5EF4-FFF2-40B4-BE49-F238E27FC236}">
                <a16:creationId xmlns:a16="http://schemas.microsoft.com/office/drawing/2014/main" id="{07A70B27-AE28-0873-2D9D-B238CA86270B}"/>
              </a:ext>
            </a:extLst>
          </p:cNvPr>
          <p:cNvGrpSpPr/>
          <p:nvPr/>
        </p:nvGrpSpPr>
        <p:grpSpPr>
          <a:xfrm>
            <a:off x="274211" y="2663294"/>
            <a:ext cx="1823501" cy="1051350"/>
            <a:chOff x="7469486" y="1480344"/>
            <a:chExt cx="1823501" cy="1051350"/>
          </a:xfrm>
        </p:grpSpPr>
        <p:grpSp>
          <p:nvGrpSpPr>
            <p:cNvPr id="1266" name="Google Shape;1266;p52">
              <a:extLst>
                <a:ext uri="{FF2B5EF4-FFF2-40B4-BE49-F238E27FC236}">
                  <a16:creationId xmlns:a16="http://schemas.microsoft.com/office/drawing/2014/main" id="{4F83F7AD-C02E-22F0-F0C1-6C6EC69DC207}"/>
                </a:ext>
              </a:extLst>
            </p:cNvPr>
            <p:cNvGrpSpPr/>
            <p:nvPr/>
          </p:nvGrpSpPr>
          <p:grpSpPr>
            <a:xfrm>
              <a:off x="7469709" y="1480344"/>
              <a:ext cx="1823279" cy="1051350"/>
              <a:chOff x="278384" y="1278048"/>
              <a:chExt cx="1823279" cy="1051350"/>
            </a:xfrm>
          </p:grpSpPr>
          <p:sp>
            <p:nvSpPr>
              <p:cNvPr id="1267" name="Google Shape;1267;p52">
                <a:extLst>
                  <a:ext uri="{FF2B5EF4-FFF2-40B4-BE49-F238E27FC236}">
                    <a16:creationId xmlns:a16="http://schemas.microsoft.com/office/drawing/2014/main" id="{867A59B8-BFF7-9E85-61FA-1ACAA2AB657C}"/>
                  </a:ext>
                </a:extLst>
              </p:cNvPr>
              <p:cNvSpPr/>
              <p:nvPr/>
            </p:nvSpPr>
            <p:spPr>
              <a:xfrm>
                <a:off x="364363" y="1369398"/>
                <a:ext cx="1737300" cy="960000"/>
              </a:xfrm>
              <a:prstGeom prst="roundRect">
                <a:avLst>
                  <a:gd name="adj" fmla="val 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268" name="Google Shape;1268;p52">
                <a:extLst>
                  <a:ext uri="{FF2B5EF4-FFF2-40B4-BE49-F238E27FC236}">
                    <a16:creationId xmlns:a16="http://schemas.microsoft.com/office/drawing/2014/main" id="{BFFEA067-54DA-2743-A4FA-705E748B66A5}"/>
                  </a:ext>
                </a:extLst>
              </p:cNvPr>
              <p:cNvGrpSpPr/>
              <p:nvPr/>
            </p:nvGrpSpPr>
            <p:grpSpPr>
              <a:xfrm>
                <a:off x="278384" y="1278048"/>
                <a:ext cx="1737300" cy="960000"/>
                <a:chOff x="7150671" y="2190661"/>
                <a:chExt cx="1737300" cy="960000"/>
              </a:xfrm>
            </p:grpSpPr>
            <p:sp>
              <p:nvSpPr>
                <p:cNvPr id="1269" name="Google Shape;1269;p52">
                  <a:extLst>
                    <a:ext uri="{FF2B5EF4-FFF2-40B4-BE49-F238E27FC236}">
                      <a16:creationId xmlns:a16="http://schemas.microsoft.com/office/drawing/2014/main" id="{08A75C4F-5BFC-D8FC-4B80-7221378BB990}"/>
                    </a:ext>
                  </a:extLst>
                </p:cNvPr>
                <p:cNvSpPr/>
                <p:nvPr/>
              </p:nvSpPr>
              <p:spPr>
                <a:xfrm>
                  <a:off x="7150671" y="2190661"/>
                  <a:ext cx="1737300" cy="9600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270" name="Google Shape;1270;p52">
                  <a:extLst>
                    <a:ext uri="{FF2B5EF4-FFF2-40B4-BE49-F238E27FC236}">
                      <a16:creationId xmlns:a16="http://schemas.microsoft.com/office/drawing/2014/main" id="{890A5475-9912-ECBA-FCC2-9739218ECE36}"/>
                    </a:ext>
                  </a:extLst>
                </p:cNvPr>
                <p:cNvCxnSpPr/>
                <p:nvPr/>
              </p:nvCxnSpPr>
              <p:spPr>
                <a:xfrm>
                  <a:off x="7151600" y="2373361"/>
                  <a:ext cx="17247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cxnSp>
          <p:nvCxnSpPr>
            <p:cNvPr id="1271" name="Google Shape;1271;p52">
              <a:extLst>
                <a:ext uri="{FF2B5EF4-FFF2-40B4-BE49-F238E27FC236}">
                  <a16:creationId xmlns:a16="http://schemas.microsoft.com/office/drawing/2014/main" id="{B912B80A-40C7-503D-E5C2-9784723455CF}"/>
                </a:ext>
              </a:extLst>
            </p:cNvPr>
            <p:cNvCxnSpPr/>
            <p:nvPr/>
          </p:nvCxnSpPr>
          <p:spPr>
            <a:xfrm>
              <a:off x="7469486" y="2052225"/>
              <a:ext cx="17241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72" name="Google Shape;1272;p52">
              <a:extLst>
                <a:ext uri="{FF2B5EF4-FFF2-40B4-BE49-F238E27FC236}">
                  <a16:creationId xmlns:a16="http://schemas.microsoft.com/office/drawing/2014/main" id="{9C92FD2C-D9F7-A32A-B792-EECBD8708D4B}"/>
                </a:ext>
              </a:extLst>
            </p:cNvPr>
            <p:cNvSpPr/>
            <p:nvPr/>
          </p:nvSpPr>
          <p:spPr>
            <a:xfrm>
              <a:off x="8031688" y="1782907"/>
              <a:ext cx="599697" cy="538636"/>
            </a:xfrm>
            <a:custGeom>
              <a:avLst/>
              <a:gdLst/>
              <a:ahLst/>
              <a:cxnLst/>
              <a:rect l="l" t="t" r="r" b="b"/>
              <a:pathLst>
                <a:path w="11123" h="9990" extrusionOk="0">
                  <a:moveTo>
                    <a:pt x="5566" y="0"/>
                  </a:moveTo>
                  <a:cubicBezTo>
                    <a:pt x="4372" y="0"/>
                    <a:pt x="3174" y="424"/>
                    <a:pt x="2220" y="1288"/>
                  </a:cubicBezTo>
                  <a:cubicBezTo>
                    <a:pt x="172" y="3117"/>
                    <a:pt x="1" y="6287"/>
                    <a:pt x="1855" y="8336"/>
                  </a:cubicBezTo>
                  <a:cubicBezTo>
                    <a:pt x="2832" y="9431"/>
                    <a:pt x="4192" y="9989"/>
                    <a:pt x="5560" y="9989"/>
                  </a:cubicBezTo>
                  <a:cubicBezTo>
                    <a:pt x="6752" y="9989"/>
                    <a:pt x="7949" y="9565"/>
                    <a:pt x="8903" y="8702"/>
                  </a:cubicBezTo>
                  <a:cubicBezTo>
                    <a:pt x="10952" y="6873"/>
                    <a:pt x="11123" y="3702"/>
                    <a:pt x="9293" y="1653"/>
                  </a:cubicBezTo>
                  <a:cubicBezTo>
                    <a:pt x="8303" y="559"/>
                    <a:pt x="6936" y="0"/>
                    <a:pt x="5566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52">
              <a:extLst>
                <a:ext uri="{FF2B5EF4-FFF2-40B4-BE49-F238E27FC236}">
                  <a16:creationId xmlns:a16="http://schemas.microsoft.com/office/drawing/2014/main" id="{41AC254C-4E6F-BB8E-24C0-52B83C2A3285}"/>
                </a:ext>
              </a:extLst>
            </p:cNvPr>
            <p:cNvSpPr/>
            <p:nvPr/>
          </p:nvSpPr>
          <p:spPr>
            <a:xfrm>
              <a:off x="8111159" y="1873044"/>
              <a:ext cx="448465" cy="440236"/>
            </a:xfrm>
            <a:custGeom>
              <a:avLst/>
              <a:gdLst/>
              <a:ahLst/>
              <a:cxnLst/>
              <a:rect l="l" t="t" r="r" b="b"/>
              <a:pathLst>
                <a:path w="8318" h="8165" extrusionOk="0">
                  <a:moveTo>
                    <a:pt x="4147" y="0"/>
                  </a:moveTo>
                  <a:cubicBezTo>
                    <a:pt x="1171" y="0"/>
                    <a:pt x="1366" y="3829"/>
                    <a:pt x="1366" y="3829"/>
                  </a:cubicBezTo>
                  <a:lnTo>
                    <a:pt x="2513" y="3829"/>
                  </a:lnTo>
                  <a:cubicBezTo>
                    <a:pt x="2659" y="4098"/>
                    <a:pt x="2854" y="4366"/>
                    <a:pt x="3074" y="4561"/>
                  </a:cubicBezTo>
                  <a:cubicBezTo>
                    <a:pt x="1952" y="4707"/>
                    <a:pt x="879" y="5195"/>
                    <a:pt x="1" y="5951"/>
                  </a:cubicBezTo>
                  <a:cubicBezTo>
                    <a:pt x="1000" y="7427"/>
                    <a:pt x="2580" y="8165"/>
                    <a:pt x="4159" y="8165"/>
                  </a:cubicBezTo>
                  <a:cubicBezTo>
                    <a:pt x="5738" y="8165"/>
                    <a:pt x="7317" y="7427"/>
                    <a:pt x="8317" y="5951"/>
                  </a:cubicBezTo>
                  <a:cubicBezTo>
                    <a:pt x="7439" y="5195"/>
                    <a:pt x="6366" y="4707"/>
                    <a:pt x="5220" y="4561"/>
                  </a:cubicBezTo>
                  <a:cubicBezTo>
                    <a:pt x="5464" y="4366"/>
                    <a:pt x="5659" y="4098"/>
                    <a:pt x="5805" y="3829"/>
                  </a:cubicBezTo>
                  <a:lnTo>
                    <a:pt x="6952" y="3829"/>
                  </a:lnTo>
                  <a:cubicBezTo>
                    <a:pt x="6952" y="3829"/>
                    <a:pt x="7122" y="0"/>
                    <a:pt x="4147" y="0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4" name="Google Shape;1274;p52">
            <a:extLst>
              <a:ext uri="{FF2B5EF4-FFF2-40B4-BE49-F238E27FC236}">
                <a16:creationId xmlns:a16="http://schemas.microsoft.com/office/drawing/2014/main" id="{ACE63AB1-1C80-FA79-F933-129CF9B561D7}"/>
              </a:ext>
            </a:extLst>
          </p:cNvPr>
          <p:cNvGrpSpPr/>
          <p:nvPr/>
        </p:nvGrpSpPr>
        <p:grpSpPr>
          <a:xfrm>
            <a:off x="7927951" y="2080033"/>
            <a:ext cx="941841" cy="2789257"/>
            <a:chOff x="6592201" y="2061933"/>
            <a:chExt cx="941841" cy="2789257"/>
          </a:xfrm>
        </p:grpSpPr>
        <p:sp>
          <p:nvSpPr>
            <p:cNvPr id="1275" name="Google Shape;1275;p52">
              <a:extLst>
                <a:ext uri="{FF2B5EF4-FFF2-40B4-BE49-F238E27FC236}">
                  <a16:creationId xmlns:a16="http://schemas.microsoft.com/office/drawing/2014/main" id="{39A3118D-A842-337B-210E-2CD65ED49708}"/>
                </a:ext>
              </a:extLst>
            </p:cNvPr>
            <p:cNvSpPr/>
            <p:nvPr/>
          </p:nvSpPr>
          <p:spPr>
            <a:xfrm>
              <a:off x="6592201" y="2061933"/>
              <a:ext cx="941841" cy="2789257"/>
            </a:xfrm>
            <a:custGeom>
              <a:avLst/>
              <a:gdLst/>
              <a:ahLst/>
              <a:cxnLst/>
              <a:rect l="l" t="t" r="r" b="b"/>
              <a:pathLst>
                <a:path w="8343" h="24976" extrusionOk="0">
                  <a:moveTo>
                    <a:pt x="440" y="24537"/>
                  </a:moveTo>
                  <a:cubicBezTo>
                    <a:pt x="147" y="24244"/>
                    <a:pt x="1" y="23854"/>
                    <a:pt x="1" y="23464"/>
                  </a:cubicBezTo>
                  <a:lnTo>
                    <a:pt x="1" y="4074"/>
                  </a:lnTo>
                  <a:cubicBezTo>
                    <a:pt x="50" y="1805"/>
                    <a:pt x="1903" y="1"/>
                    <a:pt x="4172" y="1"/>
                  </a:cubicBezTo>
                  <a:cubicBezTo>
                    <a:pt x="6440" y="1"/>
                    <a:pt x="8269" y="1805"/>
                    <a:pt x="8342" y="4074"/>
                  </a:cubicBezTo>
                  <a:lnTo>
                    <a:pt x="8342" y="23464"/>
                  </a:lnTo>
                  <a:cubicBezTo>
                    <a:pt x="8342" y="24293"/>
                    <a:pt x="7659" y="24976"/>
                    <a:pt x="6806" y="24976"/>
                  </a:cubicBezTo>
                  <a:lnTo>
                    <a:pt x="1537" y="24976"/>
                  </a:lnTo>
                  <a:cubicBezTo>
                    <a:pt x="1123" y="24976"/>
                    <a:pt x="733" y="24829"/>
                    <a:pt x="440" y="24537"/>
                  </a:cubicBezTo>
                  <a:close/>
                  <a:moveTo>
                    <a:pt x="4172" y="3293"/>
                  </a:moveTo>
                  <a:cubicBezTo>
                    <a:pt x="4952" y="3293"/>
                    <a:pt x="4952" y="2147"/>
                    <a:pt x="4172" y="2147"/>
                  </a:cubicBezTo>
                  <a:cubicBezTo>
                    <a:pt x="4025" y="2147"/>
                    <a:pt x="3879" y="2196"/>
                    <a:pt x="3757" y="2318"/>
                  </a:cubicBezTo>
                  <a:cubicBezTo>
                    <a:pt x="3537" y="2537"/>
                    <a:pt x="3537" y="2903"/>
                    <a:pt x="3757" y="3123"/>
                  </a:cubicBezTo>
                  <a:cubicBezTo>
                    <a:pt x="3879" y="3244"/>
                    <a:pt x="4025" y="3293"/>
                    <a:pt x="4172" y="3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52">
              <a:extLst>
                <a:ext uri="{FF2B5EF4-FFF2-40B4-BE49-F238E27FC236}">
                  <a16:creationId xmlns:a16="http://schemas.microsoft.com/office/drawing/2014/main" id="{9A45269C-407C-2077-2578-C0EBD42EAFA6}"/>
                </a:ext>
              </a:extLst>
            </p:cNvPr>
            <p:cNvSpPr/>
            <p:nvPr/>
          </p:nvSpPr>
          <p:spPr>
            <a:xfrm>
              <a:off x="6592201" y="2061933"/>
              <a:ext cx="941841" cy="2789257"/>
            </a:xfrm>
            <a:custGeom>
              <a:avLst/>
              <a:gdLst/>
              <a:ahLst/>
              <a:cxnLst/>
              <a:rect l="l" t="t" r="r" b="b"/>
              <a:pathLst>
                <a:path w="8343" h="24976" extrusionOk="0">
                  <a:moveTo>
                    <a:pt x="391" y="23464"/>
                  </a:moveTo>
                  <a:cubicBezTo>
                    <a:pt x="391" y="23756"/>
                    <a:pt x="513" y="24049"/>
                    <a:pt x="733" y="24268"/>
                  </a:cubicBezTo>
                  <a:cubicBezTo>
                    <a:pt x="928" y="24488"/>
                    <a:pt x="1220" y="24585"/>
                    <a:pt x="1537" y="24585"/>
                  </a:cubicBezTo>
                  <a:lnTo>
                    <a:pt x="6806" y="24585"/>
                  </a:lnTo>
                  <a:cubicBezTo>
                    <a:pt x="7440" y="24585"/>
                    <a:pt x="7952" y="24073"/>
                    <a:pt x="7952" y="23464"/>
                  </a:cubicBezTo>
                  <a:lnTo>
                    <a:pt x="7952" y="4074"/>
                  </a:lnTo>
                  <a:cubicBezTo>
                    <a:pt x="7879" y="2025"/>
                    <a:pt x="6220" y="391"/>
                    <a:pt x="4172" y="391"/>
                  </a:cubicBezTo>
                  <a:cubicBezTo>
                    <a:pt x="2123" y="391"/>
                    <a:pt x="440" y="2025"/>
                    <a:pt x="391" y="4074"/>
                  </a:cubicBezTo>
                  <a:close/>
                  <a:moveTo>
                    <a:pt x="4172" y="2196"/>
                  </a:moveTo>
                  <a:cubicBezTo>
                    <a:pt x="4854" y="2196"/>
                    <a:pt x="4854" y="3244"/>
                    <a:pt x="4172" y="3244"/>
                  </a:cubicBezTo>
                  <a:cubicBezTo>
                    <a:pt x="4025" y="3244"/>
                    <a:pt x="3903" y="3171"/>
                    <a:pt x="3806" y="3074"/>
                  </a:cubicBezTo>
                  <a:cubicBezTo>
                    <a:pt x="3611" y="2879"/>
                    <a:pt x="3611" y="2562"/>
                    <a:pt x="3806" y="2342"/>
                  </a:cubicBezTo>
                  <a:cubicBezTo>
                    <a:pt x="3903" y="2245"/>
                    <a:pt x="4025" y="2196"/>
                    <a:pt x="4172" y="2196"/>
                  </a:cubicBezTo>
                  <a:close/>
                  <a:moveTo>
                    <a:pt x="3611" y="2147"/>
                  </a:moveTo>
                  <a:cubicBezTo>
                    <a:pt x="4220" y="1513"/>
                    <a:pt x="5269" y="2196"/>
                    <a:pt x="4928" y="3025"/>
                  </a:cubicBezTo>
                  <a:cubicBezTo>
                    <a:pt x="4586" y="3854"/>
                    <a:pt x="3367" y="3610"/>
                    <a:pt x="3367" y="2708"/>
                  </a:cubicBezTo>
                  <a:cubicBezTo>
                    <a:pt x="3367" y="2488"/>
                    <a:pt x="3440" y="2293"/>
                    <a:pt x="3611" y="2147"/>
                  </a:cubicBezTo>
                  <a:close/>
                  <a:moveTo>
                    <a:pt x="7196" y="19951"/>
                  </a:moveTo>
                  <a:lnTo>
                    <a:pt x="7196" y="19951"/>
                  </a:lnTo>
                  <a:lnTo>
                    <a:pt x="7196" y="22805"/>
                  </a:lnTo>
                  <a:cubicBezTo>
                    <a:pt x="7196" y="22878"/>
                    <a:pt x="7123" y="22951"/>
                    <a:pt x="7049" y="22951"/>
                  </a:cubicBezTo>
                  <a:lnTo>
                    <a:pt x="1294" y="22951"/>
                  </a:lnTo>
                  <a:cubicBezTo>
                    <a:pt x="1220" y="22951"/>
                    <a:pt x="1147" y="22878"/>
                    <a:pt x="1147" y="22805"/>
                  </a:cubicBezTo>
                  <a:lnTo>
                    <a:pt x="1147" y="5635"/>
                  </a:lnTo>
                  <a:cubicBezTo>
                    <a:pt x="1147" y="5562"/>
                    <a:pt x="1220" y="5488"/>
                    <a:pt x="1294" y="5488"/>
                  </a:cubicBezTo>
                  <a:lnTo>
                    <a:pt x="7025" y="5488"/>
                  </a:lnTo>
                  <a:cubicBezTo>
                    <a:pt x="7123" y="5488"/>
                    <a:pt x="7196" y="5562"/>
                    <a:pt x="7196" y="5635"/>
                  </a:cubicBezTo>
                  <a:lnTo>
                    <a:pt x="7196" y="8488"/>
                  </a:lnTo>
                  <a:lnTo>
                    <a:pt x="7196" y="8488"/>
                  </a:lnTo>
                  <a:lnTo>
                    <a:pt x="7196" y="11366"/>
                  </a:lnTo>
                  <a:lnTo>
                    <a:pt x="7196" y="11366"/>
                  </a:lnTo>
                  <a:lnTo>
                    <a:pt x="7196" y="14220"/>
                  </a:lnTo>
                  <a:lnTo>
                    <a:pt x="7196" y="14220"/>
                  </a:lnTo>
                  <a:lnTo>
                    <a:pt x="7196" y="17073"/>
                  </a:lnTo>
                  <a:lnTo>
                    <a:pt x="7196" y="17073"/>
                  </a:lnTo>
                  <a:lnTo>
                    <a:pt x="7196" y="19927"/>
                  </a:lnTo>
                  <a:close/>
                  <a:moveTo>
                    <a:pt x="6879" y="20098"/>
                  </a:moveTo>
                  <a:lnTo>
                    <a:pt x="6879" y="22659"/>
                  </a:lnTo>
                  <a:lnTo>
                    <a:pt x="1440" y="22659"/>
                  </a:lnTo>
                  <a:lnTo>
                    <a:pt x="1440" y="20098"/>
                  </a:lnTo>
                  <a:close/>
                  <a:moveTo>
                    <a:pt x="1440" y="19781"/>
                  </a:moveTo>
                  <a:lnTo>
                    <a:pt x="1440" y="17220"/>
                  </a:lnTo>
                  <a:lnTo>
                    <a:pt x="6879" y="17220"/>
                  </a:lnTo>
                  <a:lnTo>
                    <a:pt x="6879" y="19781"/>
                  </a:lnTo>
                  <a:close/>
                  <a:moveTo>
                    <a:pt x="1440" y="16927"/>
                  </a:moveTo>
                  <a:lnTo>
                    <a:pt x="1440" y="14366"/>
                  </a:lnTo>
                  <a:lnTo>
                    <a:pt x="6879" y="14366"/>
                  </a:lnTo>
                  <a:lnTo>
                    <a:pt x="6879" y="16927"/>
                  </a:lnTo>
                  <a:close/>
                  <a:moveTo>
                    <a:pt x="1440" y="14074"/>
                  </a:moveTo>
                  <a:lnTo>
                    <a:pt x="1440" y="11513"/>
                  </a:lnTo>
                  <a:lnTo>
                    <a:pt x="6879" y="11513"/>
                  </a:lnTo>
                  <a:lnTo>
                    <a:pt x="6879" y="14074"/>
                  </a:lnTo>
                  <a:close/>
                  <a:moveTo>
                    <a:pt x="1440" y="11196"/>
                  </a:moveTo>
                  <a:lnTo>
                    <a:pt x="1440" y="8635"/>
                  </a:lnTo>
                  <a:lnTo>
                    <a:pt x="6879" y="8635"/>
                  </a:lnTo>
                  <a:lnTo>
                    <a:pt x="6879" y="11196"/>
                  </a:lnTo>
                  <a:close/>
                  <a:moveTo>
                    <a:pt x="1440" y="8342"/>
                  </a:moveTo>
                  <a:lnTo>
                    <a:pt x="1440" y="5805"/>
                  </a:lnTo>
                  <a:lnTo>
                    <a:pt x="6879" y="5805"/>
                  </a:lnTo>
                  <a:lnTo>
                    <a:pt x="6879" y="8366"/>
                  </a:lnTo>
                  <a:close/>
                  <a:moveTo>
                    <a:pt x="440" y="24537"/>
                  </a:moveTo>
                  <a:cubicBezTo>
                    <a:pt x="147" y="24244"/>
                    <a:pt x="1" y="23854"/>
                    <a:pt x="1" y="23464"/>
                  </a:cubicBezTo>
                  <a:lnTo>
                    <a:pt x="1" y="4074"/>
                  </a:lnTo>
                  <a:cubicBezTo>
                    <a:pt x="50" y="1805"/>
                    <a:pt x="1903" y="1"/>
                    <a:pt x="4172" y="1"/>
                  </a:cubicBezTo>
                  <a:cubicBezTo>
                    <a:pt x="6440" y="1"/>
                    <a:pt x="8293" y="1805"/>
                    <a:pt x="8342" y="4074"/>
                  </a:cubicBezTo>
                  <a:lnTo>
                    <a:pt x="8342" y="23464"/>
                  </a:lnTo>
                  <a:cubicBezTo>
                    <a:pt x="8342" y="24293"/>
                    <a:pt x="7659" y="24976"/>
                    <a:pt x="6830" y="24976"/>
                  </a:cubicBezTo>
                  <a:lnTo>
                    <a:pt x="1537" y="24976"/>
                  </a:lnTo>
                  <a:cubicBezTo>
                    <a:pt x="1123" y="24976"/>
                    <a:pt x="733" y="24829"/>
                    <a:pt x="440" y="245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52">
              <a:extLst>
                <a:ext uri="{FF2B5EF4-FFF2-40B4-BE49-F238E27FC236}">
                  <a16:creationId xmlns:a16="http://schemas.microsoft.com/office/drawing/2014/main" id="{1E1C240E-486E-E066-E447-3731972CDCD1}"/>
                </a:ext>
              </a:extLst>
            </p:cNvPr>
            <p:cNvSpPr/>
            <p:nvPr/>
          </p:nvSpPr>
          <p:spPr>
            <a:xfrm>
              <a:off x="6636341" y="2105487"/>
              <a:ext cx="853561" cy="2702149"/>
            </a:xfrm>
            <a:custGeom>
              <a:avLst/>
              <a:gdLst/>
              <a:ahLst/>
              <a:cxnLst/>
              <a:rect l="l" t="t" r="r" b="b"/>
              <a:pathLst>
                <a:path w="7561" h="24196" extrusionOk="0">
                  <a:moveTo>
                    <a:pt x="0" y="3684"/>
                  </a:moveTo>
                  <a:lnTo>
                    <a:pt x="0" y="23074"/>
                  </a:lnTo>
                  <a:cubicBezTo>
                    <a:pt x="0" y="23366"/>
                    <a:pt x="122" y="23659"/>
                    <a:pt x="342" y="23878"/>
                  </a:cubicBezTo>
                  <a:cubicBezTo>
                    <a:pt x="537" y="24098"/>
                    <a:pt x="829" y="24195"/>
                    <a:pt x="1146" y="24195"/>
                  </a:cubicBezTo>
                  <a:lnTo>
                    <a:pt x="6415" y="24195"/>
                  </a:lnTo>
                  <a:cubicBezTo>
                    <a:pt x="7049" y="24195"/>
                    <a:pt x="7561" y="23683"/>
                    <a:pt x="7561" y="23074"/>
                  </a:cubicBezTo>
                  <a:lnTo>
                    <a:pt x="7561" y="3684"/>
                  </a:lnTo>
                  <a:cubicBezTo>
                    <a:pt x="7488" y="1635"/>
                    <a:pt x="5829" y="1"/>
                    <a:pt x="3781" y="1"/>
                  </a:cubicBezTo>
                  <a:cubicBezTo>
                    <a:pt x="1732" y="1"/>
                    <a:pt x="49" y="1635"/>
                    <a:pt x="0" y="3684"/>
                  </a:cubicBezTo>
                  <a:close/>
                  <a:moveTo>
                    <a:pt x="4585" y="2318"/>
                  </a:moveTo>
                  <a:cubicBezTo>
                    <a:pt x="4585" y="3220"/>
                    <a:pt x="3366" y="3464"/>
                    <a:pt x="3024" y="2635"/>
                  </a:cubicBezTo>
                  <a:cubicBezTo>
                    <a:pt x="2683" y="1806"/>
                    <a:pt x="3732" y="1123"/>
                    <a:pt x="4366" y="1757"/>
                  </a:cubicBezTo>
                  <a:cubicBezTo>
                    <a:pt x="4512" y="1903"/>
                    <a:pt x="4585" y="2098"/>
                    <a:pt x="4585" y="2318"/>
                  </a:cubicBezTo>
                  <a:close/>
                  <a:moveTo>
                    <a:pt x="903" y="5098"/>
                  </a:moveTo>
                  <a:lnTo>
                    <a:pt x="6634" y="5098"/>
                  </a:lnTo>
                  <a:cubicBezTo>
                    <a:pt x="6732" y="5098"/>
                    <a:pt x="6805" y="5172"/>
                    <a:pt x="6805" y="5245"/>
                  </a:cubicBezTo>
                  <a:lnTo>
                    <a:pt x="6805" y="8123"/>
                  </a:lnTo>
                  <a:lnTo>
                    <a:pt x="6805" y="8123"/>
                  </a:lnTo>
                  <a:lnTo>
                    <a:pt x="6805" y="10976"/>
                  </a:lnTo>
                  <a:lnTo>
                    <a:pt x="6805" y="10976"/>
                  </a:lnTo>
                  <a:lnTo>
                    <a:pt x="6805" y="13830"/>
                  </a:lnTo>
                  <a:lnTo>
                    <a:pt x="6805" y="13830"/>
                  </a:lnTo>
                  <a:lnTo>
                    <a:pt x="6805" y="16683"/>
                  </a:lnTo>
                  <a:lnTo>
                    <a:pt x="6805" y="16683"/>
                  </a:lnTo>
                  <a:lnTo>
                    <a:pt x="6805" y="19537"/>
                  </a:lnTo>
                  <a:lnTo>
                    <a:pt x="6805" y="19537"/>
                  </a:lnTo>
                  <a:lnTo>
                    <a:pt x="6805" y="22415"/>
                  </a:lnTo>
                  <a:cubicBezTo>
                    <a:pt x="6805" y="22488"/>
                    <a:pt x="6732" y="22561"/>
                    <a:pt x="6634" y="22561"/>
                  </a:cubicBezTo>
                  <a:lnTo>
                    <a:pt x="903" y="22561"/>
                  </a:lnTo>
                  <a:cubicBezTo>
                    <a:pt x="829" y="22561"/>
                    <a:pt x="756" y="22488"/>
                    <a:pt x="756" y="22415"/>
                  </a:cubicBezTo>
                  <a:lnTo>
                    <a:pt x="756" y="5245"/>
                  </a:lnTo>
                  <a:cubicBezTo>
                    <a:pt x="756" y="5172"/>
                    <a:pt x="829" y="5098"/>
                    <a:pt x="903" y="509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52">
              <a:extLst>
                <a:ext uri="{FF2B5EF4-FFF2-40B4-BE49-F238E27FC236}">
                  <a16:creationId xmlns:a16="http://schemas.microsoft.com/office/drawing/2014/main" id="{2D9EF5FD-B863-674A-03EB-17E892AFA290}"/>
                </a:ext>
              </a:extLst>
            </p:cNvPr>
            <p:cNvSpPr/>
            <p:nvPr/>
          </p:nvSpPr>
          <p:spPr>
            <a:xfrm>
              <a:off x="6754649" y="2707541"/>
              <a:ext cx="614122" cy="286006"/>
            </a:xfrm>
            <a:custGeom>
              <a:avLst/>
              <a:gdLst/>
              <a:ahLst/>
              <a:cxnLst/>
              <a:rect l="l" t="t" r="r" b="b"/>
              <a:pathLst>
                <a:path w="5440" h="2561" extrusionOk="0">
                  <a:moveTo>
                    <a:pt x="1" y="0"/>
                  </a:moveTo>
                  <a:lnTo>
                    <a:pt x="1" y="2561"/>
                  </a:lnTo>
                  <a:lnTo>
                    <a:pt x="5440" y="2561"/>
                  </a:lnTo>
                  <a:lnTo>
                    <a:pt x="5440" y="0"/>
                  </a:lnTo>
                  <a:close/>
                </a:path>
              </a:pathLst>
            </a:custGeom>
            <a:solidFill>
              <a:schemeClr val="accent3">
                <a:alpha val="666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52">
              <a:extLst>
                <a:ext uri="{FF2B5EF4-FFF2-40B4-BE49-F238E27FC236}">
                  <a16:creationId xmlns:a16="http://schemas.microsoft.com/office/drawing/2014/main" id="{FA7BA40B-CE36-62C7-754B-02DB803047E6}"/>
                </a:ext>
              </a:extLst>
            </p:cNvPr>
            <p:cNvSpPr/>
            <p:nvPr/>
          </p:nvSpPr>
          <p:spPr>
            <a:xfrm>
              <a:off x="6754649" y="3028949"/>
              <a:ext cx="614122" cy="286006"/>
            </a:xfrm>
            <a:custGeom>
              <a:avLst/>
              <a:gdLst/>
              <a:ahLst/>
              <a:cxnLst/>
              <a:rect l="l" t="t" r="r" b="b"/>
              <a:pathLst>
                <a:path w="5440" h="2561" extrusionOk="0">
                  <a:moveTo>
                    <a:pt x="1" y="0"/>
                  </a:moveTo>
                  <a:lnTo>
                    <a:pt x="1" y="2561"/>
                  </a:lnTo>
                  <a:lnTo>
                    <a:pt x="5440" y="2561"/>
                  </a:lnTo>
                  <a:lnTo>
                    <a:pt x="5440" y="0"/>
                  </a:lnTo>
                  <a:close/>
                </a:path>
              </a:pathLst>
            </a:custGeom>
            <a:solidFill>
              <a:schemeClr val="accent3">
                <a:alpha val="7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52">
              <a:extLst>
                <a:ext uri="{FF2B5EF4-FFF2-40B4-BE49-F238E27FC236}">
                  <a16:creationId xmlns:a16="http://schemas.microsoft.com/office/drawing/2014/main" id="{56389ABB-985C-04DF-FB71-34ACA60F93BA}"/>
                </a:ext>
              </a:extLst>
            </p:cNvPr>
            <p:cNvSpPr/>
            <p:nvPr/>
          </p:nvSpPr>
          <p:spPr>
            <a:xfrm>
              <a:off x="6754649" y="3347564"/>
              <a:ext cx="614122" cy="286118"/>
            </a:xfrm>
            <a:custGeom>
              <a:avLst/>
              <a:gdLst/>
              <a:ahLst/>
              <a:cxnLst/>
              <a:rect l="l" t="t" r="r" b="b"/>
              <a:pathLst>
                <a:path w="5440" h="2562" extrusionOk="0">
                  <a:moveTo>
                    <a:pt x="1" y="1"/>
                  </a:moveTo>
                  <a:lnTo>
                    <a:pt x="1" y="2562"/>
                  </a:lnTo>
                  <a:lnTo>
                    <a:pt x="5440" y="2562"/>
                  </a:lnTo>
                  <a:lnTo>
                    <a:pt x="5440" y="1"/>
                  </a:lnTo>
                  <a:close/>
                </a:path>
              </a:pathLst>
            </a:custGeom>
            <a:solidFill>
              <a:schemeClr val="accent3">
                <a:alpha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52">
              <a:extLst>
                <a:ext uri="{FF2B5EF4-FFF2-40B4-BE49-F238E27FC236}">
                  <a16:creationId xmlns:a16="http://schemas.microsoft.com/office/drawing/2014/main" id="{447D23C2-BBCB-89B8-7595-154635242F46}"/>
                </a:ext>
              </a:extLst>
            </p:cNvPr>
            <p:cNvSpPr/>
            <p:nvPr/>
          </p:nvSpPr>
          <p:spPr>
            <a:xfrm>
              <a:off x="6754649" y="3666292"/>
              <a:ext cx="614122" cy="286118"/>
            </a:xfrm>
            <a:custGeom>
              <a:avLst/>
              <a:gdLst/>
              <a:ahLst/>
              <a:cxnLst/>
              <a:rect l="l" t="t" r="r" b="b"/>
              <a:pathLst>
                <a:path w="5440" h="2562" extrusionOk="0">
                  <a:moveTo>
                    <a:pt x="1" y="0"/>
                  </a:moveTo>
                  <a:lnTo>
                    <a:pt x="1" y="2561"/>
                  </a:lnTo>
                  <a:lnTo>
                    <a:pt x="5440" y="2561"/>
                  </a:lnTo>
                  <a:lnTo>
                    <a:pt x="5440" y="0"/>
                  </a:lnTo>
                  <a:close/>
                </a:path>
              </a:pathLst>
            </a:custGeom>
            <a:solidFill>
              <a:schemeClr val="accent3">
                <a:alpha val="866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52">
              <a:extLst>
                <a:ext uri="{FF2B5EF4-FFF2-40B4-BE49-F238E27FC236}">
                  <a16:creationId xmlns:a16="http://schemas.microsoft.com/office/drawing/2014/main" id="{22438E52-C4EE-A67A-7432-6601BF91192E}"/>
                </a:ext>
              </a:extLst>
            </p:cNvPr>
            <p:cNvSpPr/>
            <p:nvPr/>
          </p:nvSpPr>
          <p:spPr>
            <a:xfrm>
              <a:off x="6754649" y="3987700"/>
              <a:ext cx="614122" cy="286118"/>
            </a:xfrm>
            <a:custGeom>
              <a:avLst/>
              <a:gdLst/>
              <a:ahLst/>
              <a:cxnLst/>
              <a:rect l="l" t="t" r="r" b="b"/>
              <a:pathLst>
                <a:path w="5440" h="2562" extrusionOk="0">
                  <a:moveTo>
                    <a:pt x="1" y="0"/>
                  </a:moveTo>
                  <a:lnTo>
                    <a:pt x="1" y="2561"/>
                  </a:lnTo>
                  <a:lnTo>
                    <a:pt x="5440" y="2561"/>
                  </a:lnTo>
                  <a:lnTo>
                    <a:pt x="5440" y="0"/>
                  </a:lnTo>
                  <a:close/>
                </a:path>
              </a:pathLst>
            </a:custGeom>
            <a:solidFill>
              <a:schemeClr val="accent3">
                <a:alpha val="9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52">
              <a:extLst>
                <a:ext uri="{FF2B5EF4-FFF2-40B4-BE49-F238E27FC236}">
                  <a16:creationId xmlns:a16="http://schemas.microsoft.com/office/drawing/2014/main" id="{5815A080-F4AB-DF51-D721-98C44C947836}"/>
                </a:ext>
              </a:extLst>
            </p:cNvPr>
            <p:cNvSpPr/>
            <p:nvPr/>
          </p:nvSpPr>
          <p:spPr>
            <a:xfrm>
              <a:off x="6754649" y="4306316"/>
              <a:ext cx="614122" cy="286118"/>
            </a:xfrm>
            <a:custGeom>
              <a:avLst/>
              <a:gdLst/>
              <a:ahLst/>
              <a:cxnLst/>
              <a:rect l="l" t="t" r="r" b="b"/>
              <a:pathLst>
                <a:path w="5440" h="2562" extrusionOk="0">
                  <a:moveTo>
                    <a:pt x="1" y="1"/>
                  </a:moveTo>
                  <a:lnTo>
                    <a:pt x="1" y="2562"/>
                  </a:lnTo>
                  <a:lnTo>
                    <a:pt x="5440" y="2562"/>
                  </a:lnTo>
                  <a:lnTo>
                    <a:pt x="544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52">
              <a:extLst>
                <a:ext uri="{FF2B5EF4-FFF2-40B4-BE49-F238E27FC236}">
                  <a16:creationId xmlns:a16="http://schemas.microsoft.com/office/drawing/2014/main" id="{66EA0361-339B-E708-1399-50E7AD3DF830}"/>
                </a:ext>
              </a:extLst>
            </p:cNvPr>
            <p:cNvSpPr/>
            <p:nvPr/>
          </p:nvSpPr>
          <p:spPr>
            <a:xfrm>
              <a:off x="6655532" y="2184555"/>
              <a:ext cx="834370" cy="2623081"/>
            </a:xfrm>
            <a:custGeom>
              <a:avLst/>
              <a:gdLst/>
              <a:ahLst/>
              <a:cxnLst/>
              <a:rect l="l" t="t" r="r" b="b"/>
              <a:pathLst>
                <a:path w="7391" h="23488" extrusionOk="0">
                  <a:moveTo>
                    <a:pt x="6928" y="21951"/>
                  </a:moveTo>
                  <a:cubicBezTo>
                    <a:pt x="6928" y="22244"/>
                    <a:pt x="6830" y="22536"/>
                    <a:pt x="6610" y="22756"/>
                  </a:cubicBezTo>
                  <a:cubicBezTo>
                    <a:pt x="6391" y="22975"/>
                    <a:pt x="6098" y="23073"/>
                    <a:pt x="5806" y="23097"/>
                  </a:cubicBezTo>
                  <a:lnTo>
                    <a:pt x="513" y="23097"/>
                  </a:lnTo>
                  <a:cubicBezTo>
                    <a:pt x="342" y="23097"/>
                    <a:pt x="172" y="23048"/>
                    <a:pt x="1" y="22951"/>
                  </a:cubicBezTo>
                  <a:cubicBezTo>
                    <a:pt x="50" y="23024"/>
                    <a:pt x="98" y="23097"/>
                    <a:pt x="172" y="23170"/>
                  </a:cubicBezTo>
                  <a:cubicBezTo>
                    <a:pt x="367" y="23390"/>
                    <a:pt x="659" y="23487"/>
                    <a:pt x="976" y="23487"/>
                  </a:cubicBezTo>
                  <a:lnTo>
                    <a:pt x="6245" y="23487"/>
                  </a:lnTo>
                  <a:cubicBezTo>
                    <a:pt x="6879" y="23487"/>
                    <a:pt x="7391" y="22975"/>
                    <a:pt x="7391" y="22366"/>
                  </a:cubicBezTo>
                  <a:lnTo>
                    <a:pt x="7391" y="2976"/>
                  </a:lnTo>
                  <a:cubicBezTo>
                    <a:pt x="7391" y="1976"/>
                    <a:pt x="6976" y="1025"/>
                    <a:pt x="6269" y="317"/>
                  </a:cubicBezTo>
                  <a:cubicBezTo>
                    <a:pt x="6171" y="195"/>
                    <a:pt x="6049" y="98"/>
                    <a:pt x="5928" y="0"/>
                  </a:cubicBezTo>
                  <a:cubicBezTo>
                    <a:pt x="6586" y="707"/>
                    <a:pt x="6952" y="1610"/>
                    <a:pt x="6928" y="2561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5" name="Google Shape;1285;p52">
            <a:extLst>
              <a:ext uri="{FF2B5EF4-FFF2-40B4-BE49-F238E27FC236}">
                <a16:creationId xmlns:a16="http://schemas.microsoft.com/office/drawing/2014/main" id="{3740118F-40FD-5223-F011-92E20C603416}"/>
              </a:ext>
            </a:extLst>
          </p:cNvPr>
          <p:cNvGrpSpPr/>
          <p:nvPr/>
        </p:nvGrpSpPr>
        <p:grpSpPr>
          <a:xfrm>
            <a:off x="7141459" y="1885950"/>
            <a:ext cx="603495" cy="1371596"/>
            <a:chOff x="3724575" y="3497700"/>
            <a:chExt cx="603495" cy="1371596"/>
          </a:xfrm>
        </p:grpSpPr>
        <p:sp>
          <p:nvSpPr>
            <p:cNvPr id="1286" name="Google Shape;1286;p52">
              <a:extLst>
                <a:ext uri="{FF2B5EF4-FFF2-40B4-BE49-F238E27FC236}">
                  <a16:creationId xmlns:a16="http://schemas.microsoft.com/office/drawing/2014/main" id="{6CFE6B9E-0BEC-C19D-6B8B-BDB5E8EDF0BE}"/>
                </a:ext>
              </a:extLst>
            </p:cNvPr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5488" y="16414"/>
                  </a:moveTo>
                  <a:lnTo>
                    <a:pt x="1732" y="16414"/>
                  </a:lnTo>
                  <a:cubicBezTo>
                    <a:pt x="781" y="16414"/>
                    <a:pt x="1" y="15634"/>
                    <a:pt x="1" y="14683"/>
                  </a:cubicBezTo>
                  <a:lnTo>
                    <a:pt x="1" y="5537"/>
                  </a:lnTo>
                  <a:cubicBezTo>
                    <a:pt x="1" y="5073"/>
                    <a:pt x="196" y="4634"/>
                    <a:pt x="513" y="4317"/>
                  </a:cubicBezTo>
                  <a:cubicBezTo>
                    <a:pt x="757" y="4073"/>
                    <a:pt x="1050" y="3902"/>
                    <a:pt x="1367" y="3829"/>
                  </a:cubicBezTo>
                  <a:lnTo>
                    <a:pt x="1367" y="781"/>
                  </a:lnTo>
                  <a:cubicBezTo>
                    <a:pt x="1367" y="585"/>
                    <a:pt x="1440" y="366"/>
                    <a:pt x="1610" y="220"/>
                  </a:cubicBezTo>
                  <a:cubicBezTo>
                    <a:pt x="1757" y="73"/>
                    <a:pt x="1952" y="0"/>
                    <a:pt x="2147" y="0"/>
                  </a:cubicBezTo>
                  <a:lnTo>
                    <a:pt x="5074" y="0"/>
                  </a:lnTo>
                  <a:cubicBezTo>
                    <a:pt x="5513" y="0"/>
                    <a:pt x="5854" y="342"/>
                    <a:pt x="5854" y="781"/>
                  </a:cubicBezTo>
                  <a:lnTo>
                    <a:pt x="5854" y="3829"/>
                  </a:lnTo>
                  <a:cubicBezTo>
                    <a:pt x="6659" y="4024"/>
                    <a:pt x="7220" y="4732"/>
                    <a:pt x="7220" y="5537"/>
                  </a:cubicBezTo>
                  <a:lnTo>
                    <a:pt x="7220" y="14683"/>
                  </a:lnTo>
                  <a:cubicBezTo>
                    <a:pt x="7220" y="15634"/>
                    <a:pt x="6440" y="16414"/>
                    <a:pt x="5488" y="164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52">
              <a:extLst>
                <a:ext uri="{FF2B5EF4-FFF2-40B4-BE49-F238E27FC236}">
                  <a16:creationId xmlns:a16="http://schemas.microsoft.com/office/drawing/2014/main" id="{A9D733B6-5B5D-7E8D-B323-84993B05ADBF}"/>
                </a:ext>
              </a:extLst>
            </p:cNvPr>
            <p:cNvSpPr/>
            <p:nvPr/>
          </p:nvSpPr>
          <p:spPr>
            <a:xfrm>
              <a:off x="3757170" y="3848221"/>
              <a:ext cx="538223" cy="988485"/>
            </a:xfrm>
            <a:custGeom>
              <a:avLst/>
              <a:gdLst/>
              <a:ahLst/>
              <a:cxnLst/>
              <a:rect l="l" t="t" r="r" b="b"/>
              <a:pathLst>
                <a:path w="6440" h="11830" extrusionOk="0">
                  <a:moveTo>
                    <a:pt x="5098" y="0"/>
                  </a:moveTo>
                  <a:lnTo>
                    <a:pt x="1342" y="0"/>
                  </a:lnTo>
                  <a:cubicBezTo>
                    <a:pt x="611" y="0"/>
                    <a:pt x="1" y="610"/>
                    <a:pt x="1" y="1342"/>
                  </a:cubicBezTo>
                  <a:lnTo>
                    <a:pt x="1" y="10488"/>
                  </a:lnTo>
                  <a:cubicBezTo>
                    <a:pt x="1" y="11219"/>
                    <a:pt x="611" y="11829"/>
                    <a:pt x="1342" y="11829"/>
                  </a:cubicBezTo>
                  <a:lnTo>
                    <a:pt x="5098" y="11829"/>
                  </a:lnTo>
                  <a:cubicBezTo>
                    <a:pt x="5830" y="11829"/>
                    <a:pt x="6440" y="11219"/>
                    <a:pt x="6440" y="10488"/>
                  </a:cubicBezTo>
                  <a:lnTo>
                    <a:pt x="6440" y="1342"/>
                  </a:lnTo>
                  <a:cubicBezTo>
                    <a:pt x="6440" y="610"/>
                    <a:pt x="5830" y="0"/>
                    <a:pt x="50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52">
              <a:extLst>
                <a:ext uri="{FF2B5EF4-FFF2-40B4-BE49-F238E27FC236}">
                  <a16:creationId xmlns:a16="http://schemas.microsoft.com/office/drawing/2014/main" id="{D5721313-57DF-CBCD-15D5-0BCAEE9B054C}"/>
                </a:ext>
              </a:extLst>
            </p:cNvPr>
            <p:cNvSpPr/>
            <p:nvPr/>
          </p:nvSpPr>
          <p:spPr>
            <a:xfrm>
              <a:off x="3816342" y="4047922"/>
              <a:ext cx="38779" cy="654255"/>
            </a:xfrm>
            <a:custGeom>
              <a:avLst/>
              <a:gdLst/>
              <a:ahLst/>
              <a:cxnLst/>
              <a:rect l="l" t="t" r="r" b="b"/>
              <a:pathLst>
                <a:path w="464" h="7830" extrusionOk="0">
                  <a:moveTo>
                    <a:pt x="439" y="7610"/>
                  </a:moveTo>
                  <a:cubicBezTo>
                    <a:pt x="464" y="7829"/>
                    <a:pt x="0" y="7829"/>
                    <a:pt x="25" y="7610"/>
                  </a:cubicBezTo>
                  <a:lnTo>
                    <a:pt x="25" y="1781"/>
                  </a:lnTo>
                  <a:cubicBezTo>
                    <a:pt x="0" y="1561"/>
                    <a:pt x="464" y="1561"/>
                    <a:pt x="439" y="1781"/>
                  </a:cubicBezTo>
                  <a:close/>
                  <a:moveTo>
                    <a:pt x="439" y="732"/>
                  </a:moveTo>
                  <a:cubicBezTo>
                    <a:pt x="415" y="952"/>
                    <a:pt x="73" y="952"/>
                    <a:pt x="25" y="732"/>
                  </a:cubicBezTo>
                  <a:lnTo>
                    <a:pt x="25" y="220"/>
                  </a:lnTo>
                  <a:cubicBezTo>
                    <a:pt x="0" y="0"/>
                    <a:pt x="464" y="0"/>
                    <a:pt x="439" y="2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52">
              <a:extLst>
                <a:ext uri="{FF2B5EF4-FFF2-40B4-BE49-F238E27FC236}">
                  <a16:creationId xmlns:a16="http://schemas.microsoft.com/office/drawing/2014/main" id="{63CF3614-F358-2575-22E3-A1ECF20DEEBB}"/>
                </a:ext>
              </a:extLst>
            </p:cNvPr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3171" y="2293"/>
                  </a:moveTo>
                  <a:lnTo>
                    <a:pt x="2415" y="2293"/>
                  </a:lnTo>
                  <a:cubicBezTo>
                    <a:pt x="2342" y="2293"/>
                    <a:pt x="2269" y="2220"/>
                    <a:pt x="2269" y="2146"/>
                  </a:cubicBezTo>
                  <a:lnTo>
                    <a:pt x="2269" y="1293"/>
                  </a:lnTo>
                  <a:cubicBezTo>
                    <a:pt x="2269" y="1195"/>
                    <a:pt x="2342" y="1146"/>
                    <a:pt x="2415" y="1146"/>
                  </a:cubicBezTo>
                  <a:lnTo>
                    <a:pt x="3171" y="1146"/>
                  </a:lnTo>
                  <a:cubicBezTo>
                    <a:pt x="3245" y="1146"/>
                    <a:pt x="3318" y="1195"/>
                    <a:pt x="3318" y="1293"/>
                  </a:cubicBezTo>
                  <a:lnTo>
                    <a:pt x="3318" y="2146"/>
                  </a:lnTo>
                  <a:cubicBezTo>
                    <a:pt x="3318" y="2220"/>
                    <a:pt x="3245" y="2293"/>
                    <a:pt x="3171" y="2293"/>
                  </a:cubicBezTo>
                  <a:close/>
                  <a:moveTo>
                    <a:pt x="5488" y="16414"/>
                  </a:moveTo>
                  <a:cubicBezTo>
                    <a:pt x="6440" y="16414"/>
                    <a:pt x="7220" y="15634"/>
                    <a:pt x="7220" y="14683"/>
                  </a:cubicBezTo>
                  <a:lnTo>
                    <a:pt x="7220" y="5537"/>
                  </a:lnTo>
                  <a:cubicBezTo>
                    <a:pt x="7220" y="4707"/>
                    <a:pt x="6659" y="4000"/>
                    <a:pt x="5854" y="3829"/>
                  </a:cubicBezTo>
                  <a:lnTo>
                    <a:pt x="5854" y="781"/>
                  </a:lnTo>
                  <a:cubicBezTo>
                    <a:pt x="5854" y="342"/>
                    <a:pt x="5513" y="0"/>
                    <a:pt x="5074" y="0"/>
                  </a:cubicBezTo>
                  <a:lnTo>
                    <a:pt x="2147" y="0"/>
                  </a:lnTo>
                  <a:cubicBezTo>
                    <a:pt x="1952" y="0"/>
                    <a:pt x="1732" y="73"/>
                    <a:pt x="1586" y="220"/>
                  </a:cubicBezTo>
                  <a:cubicBezTo>
                    <a:pt x="1440" y="366"/>
                    <a:pt x="1367" y="561"/>
                    <a:pt x="1367" y="781"/>
                  </a:cubicBezTo>
                  <a:lnTo>
                    <a:pt x="1367" y="3829"/>
                  </a:lnTo>
                  <a:cubicBezTo>
                    <a:pt x="1050" y="3902"/>
                    <a:pt x="757" y="4073"/>
                    <a:pt x="513" y="4293"/>
                  </a:cubicBezTo>
                  <a:cubicBezTo>
                    <a:pt x="196" y="4610"/>
                    <a:pt x="1" y="5049"/>
                    <a:pt x="1" y="5512"/>
                  </a:cubicBezTo>
                  <a:lnTo>
                    <a:pt x="1" y="14658"/>
                  </a:lnTo>
                  <a:cubicBezTo>
                    <a:pt x="1" y="15634"/>
                    <a:pt x="781" y="16414"/>
                    <a:pt x="1732" y="16414"/>
                  </a:cubicBezTo>
                  <a:close/>
                  <a:moveTo>
                    <a:pt x="1757" y="3805"/>
                  </a:moveTo>
                  <a:lnTo>
                    <a:pt x="5464" y="3805"/>
                  </a:lnTo>
                  <a:lnTo>
                    <a:pt x="5464" y="781"/>
                  </a:lnTo>
                  <a:cubicBezTo>
                    <a:pt x="5464" y="683"/>
                    <a:pt x="5415" y="585"/>
                    <a:pt x="5342" y="512"/>
                  </a:cubicBezTo>
                  <a:cubicBezTo>
                    <a:pt x="5269" y="439"/>
                    <a:pt x="5171" y="390"/>
                    <a:pt x="5074" y="390"/>
                  </a:cubicBezTo>
                  <a:lnTo>
                    <a:pt x="2147" y="390"/>
                  </a:lnTo>
                  <a:cubicBezTo>
                    <a:pt x="1928" y="390"/>
                    <a:pt x="1757" y="561"/>
                    <a:pt x="1757" y="781"/>
                  </a:cubicBezTo>
                  <a:close/>
                  <a:moveTo>
                    <a:pt x="1732" y="16024"/>
                  </a:moveTo>
                  <a:cubicBezTo>
                    <a:pt x="1001" y="16024"/>
                    <a:pt x="391" y="15414"/>
                    <a:pt x="391" y="14683"/>
                  </a:cubicBezTo>
                  <a:lnTo>
                    <a:pt x="391" y="5537"/>
                  </a:lnTo>
                  <a:cubicBezTo>
                    <a:pt x="391" y="4780"/>
                    <a:pt x="1001" y="4195"/>
                    <a:pt x="1732" y="4195"/>
                  </a:cubicBezTo>
                  <a:lnTo>
                    <a:pt x="5488" y="4195"/>
                  </a:lnTo>
                  <a:cubicBezTo>
                    <a:pt x="6220" y="4195"/>
                    <a:pt x="6830" y="4780"/>
                    <a:pt x="6830" y="5537"/>
                  </a:cubicBezTo>
                  <a:lnTo>
                    <a:pt x="6830" y="14683"/>
                  </a:lnTo>
                  <a:cubicBezTo>
                    <a:pt x="6830" y="15414"/>
                    <a:pt x="6220" y="16024"/>
                    <a:pt x="5488" y="16024"/>
                  </a:cubicBezTo>
                  <a:close/>
                  <a:moveTo>
                    <a:pt x="4781" y="2293"/>
                  </a:moveTo>
                  <a:lnTo>
                    <a:pt x="4074" y="2293"/>
                  </a:lnTo>
                  <a:cubicBezTo>
                    <a:pt x="3976" y="2293"/>
                    <a:pt x="3928" y="2220"/>
                    <a:pt x="3928" y="2146"/>
                  </a:cubicBezTo>
                  <a:lnTo>
                    <a:pt x="3928" y="1293"/>
                  </a:lnTo>
                  <a:cubicBezTo>
                    <a:pt x="3903" y="1220"/>
                    <a:pt x="3976" y="1146"/>
                    <a:pt x="4074" y="1146"/>
                  </a:cubicBezTo>
                  <a:lnTo>
                    <a:pt x="4781" y="1146"/>
                  </a:lnTo>
                  <a:cubicBezTo>
                    <a:pt x="4879" y="1146"/>
                    <a:pt x="4952" y="1220"/>
                    <a:pt x="4952" y="1293"/>
                  </a:cubicBezTo>
                  <a:lnTo>
                    <a:pt x="4952" y="2122"/>
                  </a:lnTo>
                  <a:cubicBezTo>
                    <a:pt x="4952" y="2220"/>
                    <a:pt x="4879" y="2293"/>
                    <a:pt x="4781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52">
              <a:extLst>
                <a:ext uri="{FF2B5EF4-FFF2-40B4-BE49-F238E27FC236}">
                  <a16:creationId xmlns:a16="http://schemas.microsoft.com/office/drawing/2014/main" id="{D07FCA20-CC14-3D30-487A-848E0A3D20D1}"/>
                </a:ext>
              </a:extLst>
            </p:cNvPr>
            <p:cNvSpPr/>
            <p:nvPr/>
          </p:nvSpPr>
          <p:spPr>
            <a:xfrm>
              <a:off x="3871336" y="3530287"/>
              <a:ext cx="309980" cy="285349"/>
            </a:xfrm>
            <a:custGeom>
              <a:avLst/>
              <a:gdLst/>
              <a:ahLst/>
              <a:cxnLst/>
              <a:rect l="l" t="t" r="r" b="b"/>
              <a:pathLst>
                <a:path w="3709" h="3415" extrusionOk="0">
                  <a:moveTo>
                    <a:pt x="1" y="3415"/>
                  </a:moveTo>
                  <a:lnTo>
                    <a:pt x="3708" y="3415"/>
                  </a:lnTo>
                  <a:lnTo>
                    <a:pt x="3708" y="391"/>
                  </a:lnTo>
                  <a:cubicBezTo>
                    <a:pt x="3708" y="293"/>
                    <a:pt x="3659" y="195"/>
                    <a:pt x="3586" y="122"/>
                  </a:cubicBezTo>
                  <a:cubicBezTo>
                    <a:pt x="3513" y="49"/>
                    <a:pt x="3415" y="0"/>
                    <a:pt x="3318" y="0"/>
                  </a:cubicBezTo>
                  <a:lnTo>
                    <a:pt x="391" y="0"/>
                  </a:lnTo>
                  <a:cubicBezTo>
                    <a:pt x="172" y="0"/>
                    <a:pt x="1" y="171"/>
                    <a:pt x="1" y="391"/>
                  </a:cubicBezTo>
                  <a:close/>
                  <a:moveTo>
                    <a:pt x="1415" y="1903"/>
                  </a:moveTo>
                  <a:lnTo>
                    <a:pt x="659" y="1903"/>
                  </a:lnTo>
                  <a:cubicBezTo>
                    <a:pt x="586" y="1903"/>
                    <a:pt x="513" y="1830"/>
                    <a:pt x="513" y="1756"/>
                  </a:cubicBezTo>
                  <a:lnTo>
                    <a:pt x="513" y="903"/>
                  </a:lnTo>
                  <a:cubicBezTo>
                    <a:pt x="513" y="805"/>
                    <a:pt x="586" y="756"/>
                    <a:pt x="659" y="756"/>
                  </a:cubicBezTo>
                  <a:lnTo>
                    <a:pt x="1415" y="756"/>
                  </a:lnTo>
                  <a:cubicBezTo>
                    <a:pt x="1489" y="756"/>
                    <a:pt x="1562" y="805"/>
                    <a:pt x="1562" y="903"/>
                  </a:cubicBezTo>
                  <a:lnTo>
                    <a:pt x="1562" y="1756"/>
                  </a:lnTo>
                  <a:cubicBezTo>
                    <a:pt x="1562" y="1830"/>
                    <a:pt x="1489" y="1903"/>
                    <a:pt x="1415" y="1903"/>
                  </a:cubicBezTo>
                  <a:close/>
                  <a:moveTo>
                    <a:pt x="3025" y="1903"/>
                  </a:moveTo>
                  <a:lnTo>
                    <a:pt x="2318" y="1903"/>
                  </a:lnTo>
                  <a:cubicBezTo>
                    <a:pt x="2220" y="1903"/>
                    <a:pt x="2147" y="1830"/>
                    <a:pt x="2147" y="1732"/>
                  </a:cubicBezTo>
                  <a:lnTo>
                    <a:pt x="2147" y="903"/>
                  </a:lnTo>
                  <a:cubicBezTo>
                    <a:pt x="2147" y="830"/>
                    <a:pt x="2220" y="756"/>
                    <a:pt x="2318" y="756"/>
                  </a:cubicBezTo>
                  <a:lnTo>
                    <a:pt x="3025" y="756"/>
                  </a:lnTo>
                  <a:cubicBezTo>
                    <a:pt x="3123" y="756"/>
                    <a:pt x="3196" y="830"/>
                    <a:pt x="3196" y="903"/>
                  </a:cubicBezTo>
                  <a:lnTo>
                    <a:pt x="3196" y="1732"/>
                  </a:lnTo>
                  <a:cubicBezTo>
                    <a:pt x="3196" y="1830"/>
                    <a:pt x="3123" y="1903"/>
                    <a:pt x="3025" y="19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52">
              <a:extLst>
                <a:ext uri="{FF2B5EF4-FFF2-40B4-BE49-F238E27FC236}">
                  <a16:creationId xmlns:a16="http://schemas.microsoft.com/office/drawing/2014/main" id="{BEFB11CE-288B-D95E-59E7-53A0D9430421}"/>
                </a:ext>
              </a:extLst>
            </p:cNvPr>
            <p:cNvSpPr/>
            <p:nvPr/>
          </p:nvSpPr>
          <p:spPr>
            <a:xfrm>
              <a:off x="3775557" y="3848221"/>
              <a:ext cx="519836" cy="988485"/>
            </a:xfrm>
            <a:custGeom>
              <a:avLst/>
              <a:gdLst/>
              <a:ahLst/>
              <a:cxnLst/>
              <a:rect l="l" t="t" r="r" b="b"/>
              <a:pathLst>
                <a:path w="6220" h="11830" extrusionOk="0">
                  <a:moveTo>
                    <a:pt x="5074" y="707"/>
                  </a:moveTo>
                  <a:lnTo>
                    <a:pt x="5074" y="9854"/>
                  </a:lnTo>
                  <a:cubicBezTo>
                    <a:pt x="5074" y="10585"/>
                    <a:pt x="4464" y="11195"/>
                    <a:pt x="3732" y="11195"/>
                  </a:cubicBezTo>
                  <a:lnTo>
                    <a:pt x="1" y="11195"/>
                  </a:lnTo>
                  <a:cubicBezTo>
                    <a:pt x="49" y="11293"/>
                    <a:pt x="122" y="11366"/>
                    <a:pt x="196" y="11439"/>
                  </a:cubicBezTo>
                  <a:cubicBezTo>
                    <a:pt x="440" y="11683"/>
                    <a:pt x="781" y="11829"/>
                    <a:pt x="1122" y="11829"/>
                  </a:cubicBezTo>
                  <a:lnTo>
                    <a:pt x="4878" y="11829"/>
                  </a:lnTo>
                  <a:cubicBezTo>
                    <a:pt x="5610" y="11829"/>
                    <a:pt x="6220" y="11219"/>
                    <a:pt x="6220" y="10488"/>
                  </a:cubicBezTo>
                  <a:lnTo>
                    <a:pt x="6220" y="1342"/>
                  </a:lnTo>
                  <a:cubicBezTo>
                    <a:pt x="6220" y="610"/>
                    <a:pt x="5610" y="0"/>
                    <a:pt x="4878" y="0"/>
                  </a:cubicBezTo>
                  <a:lnTo>
                    <a:pt x="4878" y="0"/>
                  </a:lnTo>
                  <a:cubicBezTo>
                    <a:pt x="5000" y="220"/>
                    <a:pt x="5074" y="464"/>
                    <a:pt x="5074" y="70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265602255"/>
      </p:ext>
    </p:extLst>
  </p:cSld>
  <p:clrMapOvr>
    <a:masterClrMapping/>
  </p:clrMapOvr>
</p:sld>
</file>

<file path=ppt/theme/theme1.xml><?xml version="1.0" encoding="utf-8"?>
<a:theme xmlns:a="http://schemas.openxmlformats.org/drawingml/2006/main" name="Soft Colors UI Design for Agencies by Slidesgo">
  <a:themeElements>
    <a:clrScheme name="Simple Light">
      <a:dk1>
        <a:srgbClr val="000000"/>
      </a:dk1>
      <a:lt1>
        <a:srgbClr val="FCF6E8"/>
      </a:lt1>
      <a:dk2>
        <a:srgbClr val="DBCFC3"/>
      </a:dk2>
      <a:lt2>
        <a:srgbClr val="EFC4B9"/>
      </a:lt2>
      <a:accent1>
        <a:srgbClr val="FDBC96"/>
      </a:accent1>
      <a:accent2>
        <a:srgbClr val="DAC2CF"/>
      </a:accent2>
      <a:accent3>
        <a:srgbClr val="D3E3D6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0b3fc178-b730-4e8b-9843-e81259237b77}" enabled="0" method="" siteId="{0b3fc178-b730-4e8b-9843-e81259237b7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284</Words>
  <Application>Microsoft Office PowerPoint</Application>
  <PresentationFormat>On-screen Show (16:9)</PresentationFormat>
  <Paragraphs>63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Karla</vt:lpstr>
      <vt:lpstr>Rubik Black</vt:lpstr>
      <vt:lpstr>Bebas Neue</vt:lpstr>
      <vt:lpstr>Arial</vt:lpstr>
      <vt:lpstr>Soft Colors UI Design for Agencies by Slidesgo</vt:lpstr>
      <vt:lpstr>Abstract Factory</vt:lpstr>
      <vt:lpstr>01</vt:lpstr>
      <vt:lpstr>01</vt:lpstr>
      <vt:lpstr>Ce sunt?</vt:lpstr>
      <vt:lpstr>02</vt:lpstr>
      <vt:lpstr>CONTEXT</vt:lpstr>
      <vt:lpstr>PowerPoint Presentation</vt:lpstr>
      <vt:lpstr>03</vt:lpstr>
      <vt:lpstr>Ce face?</vt:lpstr>
      <vt:lpstr>PowerPoint Presentation</vt:lpstr>
      <vt:lpstr>PowerPoint Presentation</vt:lpstr>
      <vt:lpstr>04</vt:lpstr>
      <vt:lpstr>PowerPoint Presentation</vt:lpstr>
      <vt:lpstr>**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Georgel Denis Mihalache</dc:creator>
  <cp:lastModifiedBy>Georgel Denis Mihalache</cp:lastModifiedBy>
  <cp:revision>1</cp:revision>
  <dcterms:modified xsi:type="dcterms:W3CDTF">2025-10-16T06:34:17Z</dcterms:modified>
</cp:coreProperties>
</file>